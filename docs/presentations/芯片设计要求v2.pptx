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3"/>
  </p:normalViewPr>
  <p:slideViewPr>
    <p:cSldViewPr snapToGrid="0">
      <p:cViewPr varScale="1">
        <p:scale>
          <a:sx n="104" d="100"/>
          <a:sy n="104" d="100"/>
        </p:scale>
        <p:origin x="2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4BA80-A723-224C-B657-6F1BE25BD979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E537C-4B63-EE4B-8219-53C9314D2F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568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E537C-4B63-EE4B-8219-53C9314D2F1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2772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53DF3-F276-0D5B-57B8-69087C4BD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74BCFC-7B5B-858D-8D1F-BCB001D8C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2A56A-DB89-F6DD-552A-58CA95E9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313756-B51E-62E1-F5B5-CA9298BD1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EB818-A157-CE5A-6BCC-6FF5E673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696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EB44B-6EDC-9AE8-26E6-30B0670FE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619714-E21D-1619-CF84-42581FBCD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F235AA-A06A-C16E-C4EC-C346467CF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B345E3-17AD-6AFC-5A1A-71559F2F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8288E0-C9B8-4CFB-4244-A4D0B258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550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6E4A15-AACF-7088-B64B-7D6A4365B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CE4D77-28B3-FDEA-0CEC-A1E964DFF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C0893E-241D-1115-2045-E00E972D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D3E5C7-1B92-87C4-01D8-05923B6F8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5D3D0B-0E6B-6311-2122-D4B6517F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489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CEDC9-67BA-A4A5-BB07-BD23E72B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41A834-61F7-5EBB-5820-28EADD9A4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92857E-B8A1-279D-C274-613D27F5F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3CAD5C-51A3-A4F3-F267-DF28E08A5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9F1EFD-D225-B410-AF1E-CBB6021C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3A63D7-5B47-64FE-231C-61BB01EC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7774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0A811-F658-F666-9255-2DAD2263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8D1E29-C7C2-ABDA-D224-79E7513B8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2EBB27-4A47-7259-C31C-86EE2A521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A006B0-A29B-C296-60FD-ADAD2290DB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F6907A-53C8-87DA-140C-AC03F2EC4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F6E1DF-045E-953A-369D-B143F948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79F685-A49D-6CAD-4218-AF27C1DD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1BF70F-D3D0-BF22-86B9-0F4B5247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80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05C04-0EFE-356D-2565-11B0E844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7B6852-BC90-4A1E-1119-A8BF66CF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5F5FD4-2AB3-FCE2-0876-7EC64366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E90DF7-0222-5D78-137D-56D321E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702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A2ACDE-64B4-53CB-1D54-DF29FB2FE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F54A5C-0A33-FABD-0A0C-053925DF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9C9F08-6302-53A6-DCA0-EA957B3D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296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14C3F9-35EF-9581-C071-E93DEB58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4CFC34-4F52-D8C7-E77F-E23636EAC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DA2148-66CC-3D51-FDA9-0977B2E44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403BB0-D23E-2660-040F-8274021C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59B12A-DF72-FAE7-FE39-4E062B2C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07D128-2140-B1B9-F8EF-64370BC2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90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33D69-3C7B-2C7D-12EF-70A33117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2BB207-666B-CB6F-25DB-96CF82746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2922C3-0CA5-C7AD-35E9-9DDB2A02E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8D94EE-2415-34C2-E14A-716E345DB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57CE3F-0DFF-769D-F6FA-90D6D820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65D875-D452-F0D2-817B-749C11FC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621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8FBEC-1097-CEB2-8A68-E1DE9C24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B9E9D0-8C3B-EF67-9CA7-3ED2A48B2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8E6ED1-D084-C045-850E-F28834F6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30A5C5-0F14-BC7D-468C-E1E9B9F7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A57DBA-E136-5AE3-691D-1F6FC2FF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4199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310E13-B228-FC11-6CF3-802AEF0E3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3F64C6-FA1A-8399-86AC-F3E95AE47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4C91C-F944-C324-D67E-B9AE4C3C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341FAA-FC11-7BD7-8D76-D5E2CAED8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A4C09-A25E-7783-FA95-B9A1DB17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538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D14560-823F-167F-36FE-66B77805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051256-553A-39AB-CEC1-D1D1EC5C8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7BCC3D-239B-DDB2-8068-E1C09592D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4ACB1-7F09-C64E-8209-692372C5D806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D9BD39-14E0-5D58-0F62-E0204B490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A4B0E1-7EC4-0073-15AD-C5DE6233E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5509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2D2F22A-C7BA-8C18-3151-DA1B39A07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644368"/>
            <a:ext cx="7772400" cy="48072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AD2B34A-A1EB-4073-FDA7-E043CAED70CF}"/>
              </a:ext>
            </a:extLst>
          </p:cNvPr>
          <p:cNvSpPr txBox="1"/>
          <p:nvPr/>
        </p:nvSpPr>
        <p:spPr>
          <a:xfrm>
            <a:off x="8534400" y="2416629"/>
            <a:ext cx="31155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按键开关一排四个，左右两侧共</a:t>
            </a:r>
            <a:r>
              <a:rPr kumimoji="1" lang="en-US" altLang="zh-CN" sz="1200" dirty="0"/>
              <a:t>2</a:t>
            </a:r>
            <a:r>
              <a:rPr kumimoji="1" lang="zh-CN" altLang="en-US" sz="1200" dirty="0"/>
              <a:t>排，接口：</a:t>
            </a:r>
            <a:r>
              <a:rPr kumimoji="1" lang="en-US" altLang="zh-CN" sz="1200" dirty="0" err="1"/>
              <a:t>vcc</a:t>
            </a:r>
            <a:r>
              <a:rPr kumimoji="1" lang="en-US" altLang="zh-CN" sz="1200" dirty="0"/>
              <a:t>,</a:t>
            </a:r>
            <a:r>
              <a:rPr kumimoji="1" lang="zh-CN" altLang="en-US" sz="1200" dirty="0"/>
              <a:t> </a:t>
            </a:r>
            <a:r>
              <a:rPr kumimoji="1" lang="en-US" altLang="zh-CN" sz="1200" dirty="0" err="1"/>
              <a:t>gnd</a:t>
            </a:r>
            <a:r>
              <a:rPr kumimoji="1" lang="en-US" altLang="zh-CN" sz="1200" dirty="0"/>
              <a:t>,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1,2,3,4;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电磁铁，回流保护装置，电流过小</a:t>
            </a:r>
            <a:r>
              <a:rPr lang="en" altLang="zh-CN" sz="1200" b="0" i="0" dirty="0">
                <a:solidFill>
                  <a:srgbClr val="1A1C1F"/>
                </a:solidFill>
                <a:effectLst/>
                <a:latin typeface="-apple-system"/>
              </a:rPr>
              <a:t>MOSFET + </a:t>
            </a:r>
            <a:r>
              <a:rPr lang="zh-CN" altLang="en-US" sz="1200" b="0" i="0" dirty="0">
                <a:solidFill>
                  <a:srgbClr val="1A1C1F"/>
                </a:solidFill>
                <a:effectLst/>
                <a:latin typeface="-apple-system"/>
              </a:rPr>
              <a:t>续流二极管 </a:t>
            </a:r>
            <a:r>
              <a:rPr lang="en-US" altLang="zh-CN" sz="1200" b="0" i="0" dirty="0">
                <a:solidFill>
                  <a:srgbClr val="1A1C1F"/>
                </a:solidFill>
                <a:effectLst/>
                <a:latin typeface="-apple-system"/>
              </a:rPr>
              <a:t>+ </a:t>
            </a:r>
            <a:r>
              <a:rPr lang="zh-CN" altLang="en-US" sz="1200" b="0" i="0" dirty="0">
                <a:solidFill>
                  <a:srgbClr val="1A1C1F"/>
                </a:solidFill>
                <a:effectLst/>
                <a:latin typeface="-apple-system"/>
              </a:rPr>
              <a:t>栅极电阻</a:t>
            </a:r>
            <a:r>
              <a:rPr lang="en-US" altLang="zh-CN" sz="1200" b="0" i="0" dirty="0">
                <a:solidFill>
                  <a:srgbClr val="1A1C1F"/>
                </a:solidFill>
                <a:effectLst/>
                <a:latin typeface="-apple-system"/>
              </a:rPr>
              <a:t>/</a:t>
            </a:r>
            <a:r>
              <a:rPr lang="zh-CN" altLang="en-US" sz="1200" b="0" i="0" dirty="0">
                <a:solidFill>
                  <a:srgbClr val="1A1C1F"/>
                </a:solidFill>
                <a:effectLst/>
                <a:latin typeface="-apple-system"/>
              </a:rPr>
              <a:t>下拉</a:t>
            </a:r>
            <a:r>
              <a:rPr kumimoji="1" lang="zh-CN" altLang="en-US" sz="1200" dirty="0"/>
              <a:t>；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音频接口 </a:t>
            </a:r>
            <a:r>
              <a:rPr kumimoji="1" lang="en-US" altLang="zh-CN" sz="1200" dirty="0" err="1"/>
              <a:t>vcc</a:t>
            </a:r>
            <a:r>
              <a:rPr kumimoji="1" lang="zh-CN" altLang="en-US" sz="1200" dirty="0"/>
              <a:t>，</a:t>
            </a:r>
            <a:r>
              <a:rPr kumimoji="1" lang="en-US" altLang="zh-CN" sz="1200" dirty="0" err="1"/>
              <a:t>gnd</a:t>
            </a:r>
            <a:r>
              <a:rPr kumimoji="1" lang="zh-CN" altLang="en-US" sz="1200" dirty="0"/>
              <a:t>，</a:t>
            </a:r>
            <a:r>
              <a:rPr kumimoji="1" lang="en-US" altLang="zh-CN" sz="1200" dirty="0" err="1"/>
              <a:t>tx</a:t>
            </a:r>
            <a:r>
              <a:rPr kumimoji="1" lang="zh-CN" altLang="en-US" sz="1200" dirty="0"/>
              <a:t>，</a:t>
            </a:r>
            <a:r>
              <a:rPr kumimoji="1" lang="en-US" altLang="zh-CN" sz="1200" dirty="0" err="1"/>
              <a:t>rx</a:t>
            </a:r>
            <a:r>
              <a:rPr kumimoji="1" lang="zh-CN" altLang="en-US" sz="1200" dirty="0"/>
              <a:t>；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电机接口：保留</a:t>
            </a:r>
            <a:r>
              <a:rPr kumimoji="1" lang="en-US" altLang="zh-CN" sz="1200" dirty="0"/>
              <a:t>,</a:t>
            </a:r>
            <a:r>
              <a:rPr kumimoji="1" lang="zh-CN" altLang="en-US" sz="1200" dirty="0"/>
              <a:t> 现在采用插的方式，有没可能掉下来；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两个限位开关接口，也做成类似的接口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200" dirty="0" err="1"/>
              <a:t>Mcp</a:t>
            </a:r>
            <a:r>
              <a:rPr kumimoji="1" lang="zh-CN" altLang="en-US" sz="1200" dirty="0"/>
              <a:t>：</a:t>
            </a:r>
            <a:r>
              <a:rPr kumimoji="1" lang="en-US" altLang="zh-CN" sz="1200" dirty="0"/>
              <a:t>12</a:t>
            </a:r>
            <a:r>
              <a:rPr kumimoji="1" lang="zh-CN" altLang="en-US" sz="1200" dirty="0"/>
              <a:t>个保留，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预留的接口：</a:t>
            </a:r>
            <a:r>
              <a:rPr kumimoji="1" lang="en-US" altLang="zh-CN" sz="1200" dirty="0"/>
              <a:t>gndx3</a:t>
            </a:r>
            <a:r>
              <a:rPr kumimoji="1" lang="zh-CN" altLang="en-US" sz="1200" dirty="0"/>
              <a:t>，排针</a:t>
            </a:r>
            <a:r>
              <a:rPr kumimoji="1" lang="en-US" altLang="zh-CN" sz="1200" dirty="0" err="1"/>
              <a:t>esp</a:t>
            </a:r>
            <a:r>
              <a:rPr kumimoji="1" lang="zh-CN" altLang="en-US" sz="1200" dirty="0"/>
              <a:t>普通</a:t>
            </a:r>
            <a:r>
              <a:rPr kumimoji="1" lang="en-US" altLang="zh-CN" sz="1200" dirty="0"/>
              <a:t>io</a:t>
            </a:r>
            <a:r>
              <a:rPr kumimoji="1" lang="zh-CN" altLang="en-US" sz="1200" dirty="0"/>
              <a:t>口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语音识别与</a:t>
            </a:r>
            <a:r>
              <a:rPr kumimoji="1" lang="en-US" altLang="zh-CN" sz="1200" dirty="0" err="1"/>
              <a:t>Nfc</a:t>
            </a:r>
            <a:r>
              <a:rPr kumimoji="1" lang="zh-CN" altLang="en-US" sz="1200" dirty="0"/>
              <a:t>接口：做成与</a:t>
            </a:r>
            <a:r>
              <a:rPr kumimoji="1" lang="en-US" altLang="zh-CN" sz="1200" dirty="0" err="1"/>
              <a:t>mcp</a:t>
            </a:r>
            <a:r>
              <a:rPr kumimoji="1" lang="zh-CN" altLang="en-US" sz="1200" dirty="0"/>
              <a:t>接口相同的一共</a:t>
            </a:r>
            <a:r>
              <a:rPr kumimoji="1" lang="en-US" altLang="zh-CN" sz="1200" dirty="0"/>
              <a:t>&gt;13mcp</a:t>
            </a:r>
            <a:r>
              <a:rPr kumimoji="1" lang="zh-CN" altLang="en-US" sz="1200" dirty="0"/>
              <a:t>接口</a:t>
            </a:r>
            <a:endParaRPr kumimoji="1" lang="en-US" altLang="zh-CN" sz="1200" dirty="0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59C223D7-4948-2976-0159-5E9A2F702BF8}"/>
              </a:ext>
            </a:extLst>
          </p:cNvPr>
          <p:cNvCxnSpPr/>
          <p:nvPr/>
        </p:nvCxnSpPr>
        <p:spPr>
          <a:xfrm>
            <a:off x="8164286" y="644368"/>
            <a:ext cx="0" cy="46813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4309007-0C3F-A4FB-D5E0-4EA05C7979C9}"/>
              </a:ext>
            </a:extLst>
          </p:cNvPr>
          <p:cNvSpPr txBox="1"/>
          <p:nvPr/>
        </p:nvSpPr>
        <p:spPr>
          <a:xfrm>
            <a:off x="8164286" y="1421027"/>
            <a:ext cx="2052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高度不要超过</a:t>
            </a:r>
            <a:r>
              <a:rPr kumimoji="1" lang="en-US" altLang="zh-CN" dirty="0"/>
              <a:t>3cm</a:t>
            </a:r>
            <a:endParaRPr kumimoji="1"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81603D07-2D01-FA7B-A136-5E7C6003D49F}"/>
              </a:ext>
            </a:extLst>
          </p:cNvPr>
          <p:cNvCxnSpPr>
            <a:cxnSpLocks/>
          </p:cNvCxnSpPr>
          <p:nvPr/>
        </p:nvCxnSpPr>
        <p:spPr>
          <a:xfrm flipH="1">
            <a:off x="7760043" y="4188941"/>
            <a:ext cx="1186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FBF02880-13CE-7F47-E07F-6522D59B6747}"/>
              </a:ext>
            </a:extLst>
          </p:cNvPr>
          <p:cNvCxnSpPr>
            <a:cxnSpLocks/>
          </p:cNvCxnSpPr>
          <p:nvPr/>
        </p:nvCxnSpPr>
        <p:spPr>
          <a:xfrm flipH="1">
            <a:off x="11074003" y="3719384"/>
            <a:ext cx="10008" cy="967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3DFD98F-0EA0-FDA9-B796-804B9464B3CF}"/>
              </a:ext>
            </a:extLst>
          </p:cNvPr>
          <p:cNvSpPr txBox="1"/>
          <p:nvPr/>
        </p:nvSpPr>
        <p:spPr>
          <a:xfrm>
            <a:off x="3348680" y="58443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接口尽量做到一侧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7D3F2F-0DE0-8E22-6246-51E9F5FD2567}"/>
              </a:ext>
            </a:extLst>
          </p:cNvPr>
          <p:cNvSpPr/>
          <p:nvPr/>
        </p:nvSpPr>
        <p:spPr>
          <a:xfrm>
            <a:off x="6919784" y="815546"/>
            <a:ext cx="1050324" cy="4510216"/>
          </a:xfrm>
          <a:prstGeom prst="rect">
            <a:avLst/>
          </a:prstGeom>
          <a:solidFill>
            <a:schemeClr val="accent1">
              <a:alpha val="55563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00C70D-3292-C825-2A52-58E729E57C29}"/>
              </a:ext>
            </a:extLst>
          </p:cNvPr>
          <p:cNvSpPr/>
          <p:nvPr/>
        </p:nvSpPr>
        <p:spPr>
          <a:xfrm>
            <a:off x="542039" y="3545360"/>
            <a:ext cx="6178379" cy="1686251"/>
          </a:xfrm>
          <a:prstGeom prst="rect">
            <a:avLst/>
          </a:prstGeom>
          <a:solidFill>
            <a:schemeClr val="accent1">
              <a:alpha val="55563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5E4955-6DB2-FD97-7D38-876142D8E9F8}"/>
              </a:ext>
            </a:extLst>
          </p:cNvPr>
          <p:cNvSpPr txBox="1"/>
          <p:nvPr/>
        </p:nvSpPr>
        <p:spPr>
          <a:xfrm>
            <a:off x="3192646" y="43884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379816F-E03E-313B-550D-C25EA28C7ACD}"/>
              </a:ext>
            </a:extLst>
          </p:cNvPr>
          <p:cNvSpPr txBox="1"/>
          <p:nvPr/>
        </p:nvSpPr>
        <p:spPr>
          <a:xfrm>
            <a:off x="7006364" y="425211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6D3B7A-24E1-9F1E-F647-AB0413698130}"/>
              </a:ext>
            </a:extLst>
          </p:cNvPr>
          <p:cNvSpPr txBox="1"/>
          <p:nvPr/>
        </p:nvSpPr>
        <p:spPr>
          <a:xfrm>
            <a:off x="1889564" y="331190"/>
            <a:ext cx="4528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电源接口做到接口区对侧，往外伸大概</a:t>
            </a:r>
            <a:r>
              <a:rPr kumimoji="1" lang="en-US" altLang="zh-CN" dirty="0"/>
              <a:t>1cm</a:t>
            </a:r>
            <a:endParaRPr kumimoji="1"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3140F05-C569-746B-0827-CA2C17F589E2}"/>
              </a:ext>
            </a:extLst>
          </p:cNvPr>
          <p:cNvSpPr/>
          <p:nvPr/>
        </p:nvSpPr>
        <p:spPr>
          <a:xfrm>
            <a:off x="1013254" y="205343"/>
            <a:ext cx="803189" cy="505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9E7AE27-D6E3-CF9B-94E3-5E250238F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9603" y="-41518"/>
            <a:ext cx="1022978" cy="668604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5C2D9DAA-E40A-DC96-AF64-FFFBA5862F8A}"/>
              </a:ext>
            </a:extLst>
          </p:cNvPr>
          <p:cNvSpPr/>
          <p:nvPr/>
        </p:nvSpPr>
        <p:spPr>
          <a:xfrm>
            <a:off x="1853422" y="737592"/>
            <a:ext cx="803189" cy="505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9E1D72-F57D-3D6E-3285-18485FD1F4B8}"/>
              </a:ext>
            </a:extLst>
          </p:cNvPr>
          <p:cNvSpPr txBox="1"/>
          <p:nvPr/>
        </p:nvSpPr>
        <p:spPr>
          <a:xfrm>
            <a:off x="1874944" y="785297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typeC</a:t>
            </a:r>
            <a:endParaRPr kumimoji="1"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FEFC558-30FD-9688-744E-AA1521B58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0555" y="4686448"/>
            <a:ext cx="3143250" cy="203200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4045C82C-93C8-EF2A-B0FF-54E509717F26}"/>
              </a:ext>
            </a:extLst>
          </p:cNvPr>
          <p:cNvSpPr/>
          <p:nvPr/>
        </p:nvSpPr>
        <p:spPr>
          <a:xfrm>
            <a:off x="542039" y="1662774"/>
            <a:ext cx="6178379" cy="1686251"/>
          </a:xfrm>
          <a:prstGeom prst="rect">
            <a:avLst/>
          </a:prstGeom>
          <a:solidFill>
            <a:schemeClr val="accent1">
              <a:alpha val="55563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95BEC72-2F27-0518-ADEF-3D0C300B6A1C}"/>
              </a:ext>
            </a:extLst>
          </p:cNvPr>
          <p:cNvSpPr txBox="1"/>
          <p:nvPr/>
        </p:nvSpPr>
        <p:spPr>
          <a:xfrm>
            <a:off x="3192646" y="250589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芯片区</a:t>
            </a:r>
          </a:p>
        </p:txBody>
      </p:sp>
    </p:spTree>
    <p:extLst>
      <p:ext uri="{BB962C8B-B14F-4D97-AF65-F5344CB8AC3E}">
        <p14:creationId xmlns:p14="http://schemas.microsoft.com/office/powerpoint/2010/main" val="1042837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FD8678-770F-3AFB-4DD6-5F26C694338A}"/>
              </a:ext>
            </a:extLst>
          </p:cNvPr>
          <p:cNvSpPr/>
          <p:nvPr/>
        </p:nvSpPr>
        <p:spPr>
          <a:xfrm>
            <a:off x="2185676" y="1947954"/>
            <a:ext cx="3191867" cy="481914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11D077-99A4-C387-CD5F-3EE8415131D0}"/>
              </a:ext>
            </a:extLst>
          </p:cNvPr>
          <p:cNvSpPr/>
          <p:nvPr/>
        </p:nvSpPr>
        <p:spPr>
          <a:xfrm>
            <a:off x="5138755" y="206328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6C9C13-EC8E-A6E4-95E8-1E18FEC6D350}"/>
              </a:ext>
            </a:extLst>
          </p:cNvPr>
          <p:cNvSpPr/>
          <p:nvPr/>
        </p:nvSpPr>
        <p:spPr>
          <a:xfrm>
            <a:off x="4854361" y="206328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AB79BE-DA79-5B21-E5BF-CF2C4FBBBEEA}"/>
              </a:ext>
            </a:extLst>
          </p:cNvPr>
          <p:cNvSpPr/>
          <p:nvPr/>
        </p:nvSpPr>
        <p:spPr>
          <a:xfrm>
            <a:off x="4569967" y="206328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E95440-BBFE-116A-F35E-9A5FD80539DD}"/>
              </a:ext>
            </a:extLst>
          </p:cNvPr>
          <p:cNvSpPr/>
          <p:nvPr/>
        </p:nvSpPr>
        <p:spPr>
          <a:xfrm>
            <a:off x="4285573" y="206328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1F051A-8A28-65F5-4ACD-46CFA3F938D6}"/>
              </a:ext>
            </a:extLst>
          </p:cNvPr>
          <p:cNvSpPr/>
          <p:nvPr/>
        </p:nvSpPr>
        <p:spPr>
          <a:xfrm>
            <a:off x="4001179" y="206328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6F7590-C134-DBD0-1EFB-98DB4C7DAA92}"/>
              </a:ext>
            </a:extLst>
          </p:cNvPr>
          <p:cNvSpPr/>
          <p:nvPr/>
        </p:nvSpPr>
        <p:spPr>
          <a:xfrm>
            <a:off x="3716785" y="206328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F636B1-ED3D-4067-F8ED-32623F3777B3}"/>
              </a:ext>
            </a:extLst>
          </p:cNvPr>
          <p:cNvSpPr/>
          <p:nvPr/>
        </p:nvSpPr>
        <p:spPr>
          <a:xfrm>
            <a:off x="3432391" y="206328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4C3DFC-B995-FD70-AF9D-90060FCEF5C6}"/>
              </a:ext>
            </a:extLst>
          </p:cNvPr>
          <p:cNvSpPr/>
          <p:nvPr/>
        </p:nvSpPr>
        <p:spPr>
          <a:xfrm>
            <a:off x="3147997" y="206328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D95D56-ADEF-FA07-39D4-CD6BC662853C}"/>
              </a:ext>
            </a:extLst>
          </p:cNvPr>
          <p:cNvSpPr/>
          <p:nvPr/>
        </p:nvSpPr>
        <p:spPr>
          <a:xfrm>
            <a:off x="2863603" y="206328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7DB16A-72E0-756C-EC47-4AFF6EC5D94A}"/>
              </a:ext>
            </a:extLst>
          </p:cNvPr>
          <p:cNvSpPr/>
          <p:nvPr/>
        </p:nvSpPr>
        <p:spPr>
          <a:xfrm>
            <a:off x="2579209" y="206328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5C99B3-7C57-29F2-A846-1CBEF08D5A0F}"/>
              </a:ext>
            </a:extLst>
          </p:cNvPr>
          <p:cNvSpPr/>
          <p:nvPr/>
        </p:nvSpPr>
        <p:spPr>
          <a:xfrm>
            <a:off x="2294815" y="206328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DB076A-FD1C-6598-A079-AE508A8025B9}"/>
              </a:ext>
            </a:extLst>
          </p:cNvPr>
          <p:cNvSpPr/>
          <p:nvPr/>
        </p:nvSpPr>
        <p:spPr>
          <a:xfrm flipV="1">
            <a:off x="4854361" y="2291429"/>
            <a:ext cx="416388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E1A884-F6F2-EE42-FA98-697F376E1430}"/>
              </a:ext>
            </a:extLst>
          </p:cNvPr>
          <p:cNvSpPr/>
          <p:nvPr/>
        </p:nvSpPr>
        <p:spPr>
          <a:xfrm flipV="1">
            <a:off x="4675189" y="2274950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05DCBC-8118-A8F4-D8CE-5593BB41F15C}"/>
              </a:ext>
            </a:extLst>
          </p:cNvPr>
          <p:cNvSpPr/>
          <p:nvPr/>
        </p:nvSpPr>
        <p:spPr>
          <a:xfrm flipV="1">
            <a:off x="4496017" y="2291429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0A91F9CC-4F53-21E0-7BB2-B4BBE45C47DD}"/>
              </a:ext>
            </a:extLst>
          </p:cNvPr>
          <p:cNvCxnSpPr>
            <a:cxnSpLocks/>
          </p:cNvCxnSpPr>
          <p:nvPr/>
        </p:nvCxnSpPr>
        <p:spPr>
          <a:xfrm>
            <a:off x="2656067" y="1747595"/>
            <a:ext cx="0" cy="315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A52B623D-0425-FD0B-7229-03FCEADF59F2}"/>
              </a:ext>
            </a:extLst>
          </p:cNvPr>
          <p:cNvCxnSpPr>
            <a:cxnSpLocks/>
          </p:cNvCxnSpPr>
          <p:nvPr/>
        </p:nvCxnSpPr>
        <p:spPr>
          <a:xfrm>
            <a:off x="2362152" y="1758482"/>
            <a:ext cx="0" cy="315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2EC180B6-2C7C-8DEC-6340-1113BEC2E55C}"/>
              </a:ext>
            </a:extLst>
          </p:cNvPr>
          <p:cNvCxnSpPr>
            <a:cxnSpLocks/>
          </p:cNvCxnSpPr>
          <p:nvPr/>
        </p:nvCxnSpPr>
        <p:spPr>
          <a:xfrm>
            <a:off x="2338076" y="1839685"/>
            <a:ext cx="3179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0656B6B-C54F-9943-4401-3D2571FE92F9}"/>
              </a:ext>
            </a:extLst>
          </p:cNvPr>
          <p:cNvSpPr txBox="1"/>
          <p:nvPr/>
        </p:nvSpPr>
        <p:spPr>
          <a:xfrm>
            <a:off x="2224400" y="1544831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0" dirty="0"/>
              <a:t>3.3cm</a:t>
            </a:r>
            <a:endParaRPr kumimoji="1" lang="zh-CN" altLang="en-US" sz="105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3F46E69-5C96-5FE1-9725-32B1CA8C6B1C}"/>
              </a:ext>
            </a:extLst>
          </p:cNvPr>
          <p:cNvSpPr txBox="1"/>
          <p:nvPr/>
        </p:nvSpPr>
        <p:spPr>
          <a:xfrm>
            <a:off x="2862943" y="1251857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11</a:t>
            </a:r>
            <a:r>
              <a:rPr kumimoji="1" lang="zh-CN" altLang="en-US" dirty="0"/>
              <a:t>个</a:t>
            </a:r>
          </a:p>
        </p:txBody>
      </p: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D2276F02-479F-2030-F2E9-07ADC017F8B9}"/>
              </a:ext>
            </a:extLst>
          </p:cNvPr>
          <p:cNvCxnSpPr>
            <a:cxnSpLocks/>
          </p:cNvCxnSpPr>
          <p:nvPr/>
        </p:nvCxnSpPr>
        <p:spPr>
          <a:xfrm>
            <a:off x="2373038" y="2237451"/>
            <a:ext cx="0" cy="315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BA0E683F-30CE-D80A-2591-CF1C1546F601}"/>
              </a:ext>
            </a:extLst>
          </p:cNvPr>
          <p:cNvCxnSpPr>
            <a:cxnSpLocks/>
          </p:cNvCxnSpPr>
          <p:nvPr/>
        </p:nvCxnSpPr>
        <p:spPr>
          <a:xfrm>
            <a:off x="2184156" y="2237451"/>
            <a:ext cx="0" cy="315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AB1513F4-6F43-E967-7394-74AF5DCE3BE3}"/>
              </a:ext>
            </a:extLst>
          </p:cNvPr>
          <p:cNvSpPr txBox="1"/>
          <p:nvPr/>
        </p:nvSpPr>
        <p:spPr>
          <a:xfrm>
            <a:off x="2058212" y="2437721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dirty="0"/>
              <a:t>&lt;1cm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051720E-4EBE-BC41-6CA9-90D6C93B1C7F}"/>
              </a:ext>
            </a:extLst>
          </p:cNvPr>
          <p:cNvSpPr txBox="1"/>
          <p:nvPr/>
        </p:nvSpPr>
        <p:spPr>
          <a:xfrm>
            <a:off x="3268716" y="2483887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900" dirty="0">
                <a:solidFill>
                  <a:srgbClr val="FF0000"/>
                </a:solidFill>
              </a:rPr>
              <a:t>总长一定</a:t>
            </a:r>
            <a:r>
              <a:rPr kumimoji="1" lang="en-US" altLang="zh-CN" sz="900" dirty="0">
                <a:solidFill>
                  <a:srgbClr val="FF0000"/>
                </a:solidFill>
              </a:rPr>
              <a:t>&lt;37cm</a:t>
            </a:r>
          </a:p>
          <a:p>
            <a:endParaRPr kumimoji="1" lang="en-US" altLang="zh-CN" sz="9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450FD4F-F9E3-21F9-4BF2-864B922513DF}"/>
              </a:ext>
            </a:extLst>
          </p:cNvPr>
          <p:cNvSpPr/>
          <p:nvPr/>
        </p:nvSpPr>
        <p:spPr>
          <a:xfrm>
            <a:off x="2184156" y="2842634"/>
            <a:ext cx="3191867" cy="481914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B5C5BAB-B548-B42C-C7BB-DD9C634826AD}"/>
              </a:ext>
            </a:extLst>
          </p:cNvPr>
          <p:cNvSpPr/>
          <p:nvPr/>
        </p:nvSpPr>
        <p:spPr>
          <a:xfrm>
            <a:off x="5137235" y="295796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4489E1-0E6A-C4D0-7622-1BBB63008FC8}"/>
              </a:ext>
            </a:extLst>
          </p:cNvPr>
          <p:cNvSpPr/>
          <p:nvPr/>
        </p:nvSpPr>
        <p:spPr>
          <a:xfrm>
            <a:off x="4852841" y="295796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FF42A97-2318-B8EE-FD02-B13A6CD837C3}"/>
              </a:ext>
            </a:extLst>
          </p:cNvPr>
          <p:cNvSpPr/>
          <p:nvPr/>
        </p:nvSpPr>
        <p:spPr>
          <a:xfrm>
            <a:off x="4568447" y="295796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FA53C95-0EE5-CDDC-5EE8-98A99B7AF4DE}"/>
              </a:ext>
            </a:extLst>
          </p:cNvPr>
          <p:cNvSpPr/>
          <p:nvPr/>
        </p:nvSpPr>
        <p:spPr>
          <a:xfrm>
            <a:off x="4284053" y="295796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BB30604-C5F6-49F7-7F38-B0FC3FF8491B}"/>
              </a:ext>
            </a:extLst>
          </p:cNvPr>
          <p:cNvSpPr/>
          <p:nvPr/>
        </p:nvSpPr>
        <p:spPr>
          <a:xfrm>
            <a:off x="3999659" y="295796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8D98F10-927E-82F4-8D19-44C5519D4998}"/>
              </a:ext>
            </a:extLst>
          </p:cNvPr>
          <p:cNvSpPr/>
          <p:nvPr/>
        </p:nvSpPr>
        <p:spPr>
          <a:xfrm>
            <a:off x="3715265" y="295796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48C641B-1C83-AC03-C255-4D81A42C4C60}"/>
              </a:ext>
            </a:extLst>
          </p:cNvPr>
          <p:cNvSpPr/>
          <p:nvPr/>
        </p:nvSpPr>
        <p:spPr>
          <a:xfrm>
            <a:off x="3430871" y="295796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587B3DA-B386-FBE5-B891-1B4DE0D94D7F}"/>
              </a:ext>
            </a:extLst>
          </p:cNvPr>
          <p:cNvSpPr/>
          <p:nvPr/>
        </p:nvSpPr>
        <p:spPr>
          <a:xfrm>
            <a:off x="3146477" y="295796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D0D5770-31B6-603B-5A01-A8AB93A5814F}"/>
              </a:ext>
            </a:extLst>
          </p:cNvPr>
          <p:cNvSpPr/>
          <p:nvPr/>
        </p:nvSpPr>
        <p:spPr>
          <a:xfrm>
            <a:off x="2862083" y="295796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A131F91-A567-1FE7-DCCE-FC933B56F4D2}"/>
              </a:ext>
            </a:extLst>
          </p:cNvPr>
          <p:cNvSpPr/>
          <p:nvPr/>
        </p:nvSpPr>
        <p:spPr>
          <a:xfrm>
            <a:off x="2577689" y="295796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EBFC356-1A4E-7ACC-2265-A91220562299}"/>
              </a:ext>
            </a:extLst>
          </p:cNvPr>
          <p:cNvSpPr/>
          <p:nvPr/>
        </p:nvSpPr>
        <p:spPr>
          <a:xfrm>
            <a:off x="2293295" y="295796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288E80D-007C-FF7E-D31E-969C3785DA63}"/>
              </a:ext>
            </a:extLst>
          </p:cNvPr>
          <p:cNvSpPr/>
          <p:nvPr/>
        </p:nvSpPr>
        <p:spPr>
          <a:xfrm flipV="1">
            <a:off x="4852841" y="3186109"/>
            <a:ext cx="416388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91C761A-87B6-AE28-ADE3-24362BB5890D}"/>
              </a:ext>
            </a:extLst>
          </p:cNvPr>
          <p:cNvSpPr/>
          <p:nvPr/>
        </p:nvSpPr>
        <p:spPr>
          <a:xfrm flipV="1">
            <a:off x="4673669" y="3169630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7596C9F-C9FC-665B-2AF3-F8039B0E2EDC}"/>
              </a:ext>
            </a:extLst>
          </p:cNvPr>
          <p:cNvSpPr/>
          <p:nvPr/>
        </p:nvSpPr>
        <p:spPr>
          <a:xfrm flipV="1">
            <a:off x="4494497" y="3186109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8C946385-A627-F9D1-A839-BF2FEA771837}"/>
              </a:ext>
            </a:extLst>
          </p:cNvPr>
          <p:cNvCxnSpPr>
            <a:cxnSpLocks/>
          </p:cNvCxnSpPr>
          <p:nvPr/>
        </p:nvCxnSpPr>
        <p:spPr>
          <a:xfrm>
            <a:off x="2336556" y="2734365"/>
            <a:ext cx="3179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ABFF4CAD-FCF9-FF21-2AD5-4581E39A5185}"/>
              </a:ext>
            </a:extLst>
          </p:cNvPr>
          <p:cNvCxnSpPr>
            <a:cxnSpLocks/>
          </p:cNvCxnSpPr>
          <p:nvPr/>
        </p:nvCxnSpPr>
        <p:spPr>
          <a:xfrm>
            <a:off x="2371518" y="3132131"/>
            <a:ext cx="0" cy="315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F241556B-8EBD-8B29-3C50-C38C3B0EC066}"/>
              </a:ext>
            </a:extLst>
          </p:cNvPr>
          <p:cNvCxnSpPr>
            <a:cxnSpLocks/>
          </p:cNvCxnSpPr>
          <p:nvPr/>
        </p:nvCxnSpPr>
        <p:spPr>
          <a:xfrm>
            <a:off x="2182636" y="3132131"/>
            <a:ext cx="0" cy="315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41A40F82-FB0A-3E6B-6D07-5F67C6067DA7}"/>
              </a:ext>
            </a:extLst>
          </p:cNvPr>
          <p:cNvCxnSpPr/>
          <p:nvPr/>
        </p:nvCxnSpPr>
        <p:spPr>
          <a:xfrm>
            <a:off x="5289635" y="2152129"/>
            <a:ext cx="9020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D2A11312-6286-7C4E-AF9B-546AAD316C46}"/>
              </a:ext>
            </a:extLst>
          </p:cNvPr>
          <p:cNvCxnSpPr/>
          <p:nvPr/>
        </p:nvCxnSpPr>
        <p:spPr>
          <a:xfrm>
            <a:off x="5269229" y="3042392"/>
            <a:ext cx="9020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3233E7EE-1275-6292-A771-D4F66562F897}"/>
              </a:ext>
            </a:extLst>
          </p:cNvPr>
          <p:cNvSpPr txBox="1"/>
          <p:nvPr/>
        </p:nvSpPr>
        <p:spPr>
          <a:xfrm>
            <a:off x="5601303" y="2483887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两行霍尔的距离</a:t>
            </a:r>
            <a:r>
              <a:rPr kumimoji="1" lang="en-US" altLang="zh-CN" dirty="0"/>
              <a:t>=3.3cm</a:t>
            </a:r>
            <a:endParaRPr kumimoji="1" lang="zh-CN" altLang="en-US" dirty="0"/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C579A9F9-B775-A29B-5AA9-CF340113AB6C}"/>
              </a:ext>
            </a:extLst>
          </p:cNvPr>
          <p:cNvCxnSpPr/>
          <p:nvPr/>
        </p:nvCxnSpPr>
        <p:spPr>
          <a:xfrm>
            <a:off x="5563385" y="2188911"/>
            <a:ext cx="0" cy="8452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24E205C7-8970-BABF-61B0-B3531ADA524F}"/>
              </a:ext>
            </a:extLst>
          </p:cNvPr>
          <p:cNvCxnSpPr/>
          <p:nvPr/>
        </p:nvCxnSpPr>
        <p:spPr>
          <a:xfrm>
            <a:off x="6179321" y="2188911"/>
            <a:ext cx="0" cy="2409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F1CB81AB-87A8-E17C-3837-D28FDDDBA6FA}"/>
              </a:ext>
            </a:extLst>
          </p:cNvPr>
          <p:cNvCxnSpPr/>
          <p:nvPr/>
        </p:nvCxnSpPr>
        <p:spPr>
          <a:xfrm>
            <a:off x="5457234" y="2827921"/>
            <a:ext cx="0" cy="2409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17188F77-BB84-1B63-9C42-116A76D5BE79}"/>
              </a:ext>
            </a:extLst>
          </p:cNvPr>
          <p:cNvCxnSpPr/>
          <p:nvPr/>
        </p:nvCxnSpPr>
        <p:spPr>
          <a:xfrm>
            <a:off x="5376023" y="2413823"/>
            <a:ext cx="9020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034A6B3C-C5D7-EA8B-523F-D133FF5415D1}"/>
              </a:ext>
            </a:extLst>
          </p:cNvPr>
          <p:cNvCxnSpPr/>
          <p:nvPr/>
        </p:nvCxnSpPr>
        <p:spPr>
          <a:xfrm>
            <a:off x="5376022" y="2851008"/>
            <a:ext cx="9020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BAE64CC2-3169-058E-8467-B0F0973ACF61}"/>
              </a:ext>
            </a:extLst>
          </p:cNvPr>
          <p:cNvSpPr txBox="1"/>
          <p:nvPr/>
        </p:nvSpPr>
        <p:spPr>
          <a:xfrm>
            <a:off x="6262391" y="2112345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L1</a:t>
            </a:r>
            <a:endParaRPr kumimoji="1" lang="zh-CN" altLang="en-US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06D4497D-1BC3-0A82-EEE4-EFCF1975DCB2}"/>
              </a:ext>
            </a:extLst>
          </p:cNvPr>
          <p:cNvSpPr txBox="1"/>
          <p:nvPr/>
        </p:nvSpPr>
        <p:spPr>
          <a:xfrm>
            <a:off x="5385106" y="2963590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L2</a:t>
            </a:r>
            <a:endParaRPr kumimoji="1" lang="zh-CN" altLang="en-US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E5E2616-4A5D-EF7A-C56E-47936251C8FF}"/>
              </a:ext>
            </a:extLst>
          </p:cNvPr>
          <p:cNvSpPr txBox="1"/>
          <p:nvPr/>
        </p:nvSpPr>
        <p:spPr>
          <a:xfrm>
            <a:off x="6628616" y="2854878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L1+L2&lt;3.3cm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9D75D16D-55A0-2E22-8D83-BCD4BCA3141A}"/>
              </a:ext>
            </a:extLst>
          </p:cNvPr>
          <p:cNvSpPr txBox="1"/>
          <p:nvPr/>
        </p:nvSpPr>
        <p:spPr>
          <a:xfrm>
            <a:off x="4263125" y="3737314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其他</a:t>
            </a:r>
            <a:r>
              <a:rPr kumimoji="1" lang="en-US" altLang="zh-CN" dirty="0" err="1"/>
              <a:t>mcp</a:t>
            </a:r>
            <a:r>
              <a:rPr kumimoji="1" lang="zh-CN" altLang="en-US" dirty="0"/>
              <a:t>，拨块等</a:t>
            </a:r>
          </a:p>
        </p:txBody>
      </p: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0C539F76-1B17-01F7-ED15-30AF1321BECA}"/>
              </a:ext>
            </a:extLst>
          </p:cNvPr>
          <p:cNvCxnSpPr>
            <a:stCxn id="82" idx="0"/>
            <a:endCxn id="44" idx="1"/>
          </p:cNvCxnSpPr>
          <p:nvPr/>
        </p:nvCxnSpPr>
        <p:spPr>
          <a:xfrm flipH="1" flipV="1">
            <a:off x="4852841" y="3224210"/>
            <a:ext cx="410719" cy="513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56A12476-3A1F-70D5-5708-EFDBFEDFA769}"/>
              </a:ext>
            </a:extLst>
          </p:cNvPr>
          <p:cNvCxnSpPr/>
          <p:nvPr/>
        </p:nvCxnSpPr>
        <p:spPr>
          <a:xfrm>
            <a:off x="2182636" y="4670855"/>
            <a:ext cx="339902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E6037D9-BCC8-2F4B-FF91-DEE270399CDA}"/>
              </a:ext>
            </a:extLst>
          </p:cNvPr>
          <p:cNvSpPr txBox="1"/>
          <p:nvPr/>
        </p:nvSpPr>
        <p:spPr>
          <a:xfrm>
            <a:off x="6512011" y="45102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平视图</a:t>
            </a:r>
          </a:p>
        </p:txBody>
      </p: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EE6E8775-EF50-C932-1D81-6A327BD18CA2}"/>
              </a:ext>
            </a:extLst>
          </p:cNvPr>
          <p:cNvCxnSpPr>
            <a:cxnSpLocks/>
          </p:cNvCxnSpPr>
          <p:nvPr/>
        </p:nvCxnSpPr>
        <p:spPr>
          <a:xfrm>
            <a:off x="2387828" y="4633785"/>
            <a:ext cx="263059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28C27FCC-C0D6-2580-A387-AB9812240CB3}"/>
              </a:ext>
            </a:extLst>
          </p:cNvPr>
          <p:cNvCxnSpPr>
            <a:cxnSpLocks/>
          </p:cNvCxnSpPr>
          <p:nvPr/>
        </p:nvCxnSpPr>
        <p:spPr>
          <a:xfrm>
            <a:off x="2883418" y="4621428"/>
            <a:ext cx="263059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3013C8C6-A01C-756B-3FDE-AE6480B5578D}"/>
              </a:ext>
            </a:extLst>
          </p:cNvPr>
          <p:cNvSpPr txBox="1"/>
          <p:nvPr/>
        </p:nvSpPr>
        <p:spPr>
          <a:xfrm>
            <a:off x="2224400" y="414088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霍尔芯片</a:t>
            </a:r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8E0E3219-667D-D657-044A-3F58BA86CD67}"/>
              </a:ext>
            </a:extLst>
          </p:cNvPr>
          <p:cNvCxnSpPr>
            <a:cxnSpLocks/>
          </p:cNvCxnSpPr>
          <p:nvPr/>
        </p:nvCxnSpPr>
        <p:spPr>
          <a:xfrm>
            <a:off x="5300326" y="4711359"/>
            <a:ext cx="263059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8F702CF-A4EC-FF31-40A2-3F7AF8B8C182}"/>
              </a:ext>
            </a:extLst>
          </p:cNvPr>
          <p:cNvSpPr txBox="1"/>
          <p:nvPr/>
        </p:nvSpPr>
        <p:spPr>
          <a:xfrm>
            <a:off x="5631734" y="457794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5576FB1-D150-ABCB-6A01-E1DFF8FCB171}"/>
              </a:ext>
            </a:extLst>
          </p:cNvPr>
          <p:cNvSpPr txBox="1"/>
          <p:nvPr/>
        </p:nvSpPr>
        <p:spPr>
          <a:xfrm>
            <a:off x="6749964" y="39219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</a:t>
            </a:r>
          </a:p>
        </p:txBody>
      </p: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CC2E11EF-F8EB-47CF-D5F3-66BFE523020A}"/>
              </a:ext>
            </a:extLst>
          </p:cNvPr>
          <p:cNvCxnSpPr>
            <a:cxnSpLocks/>
          </p:cNvCxnSpPr>
          <p:nvPr/>
        </p:nvCxnSpPr>
        <p:spPr>
          <a:xfrm>
            <a:off x="4985010" y="4613191"/>
            <a:ext cx="263059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692B73F4-7CCB-53CD-C611-758BE49EE8D7}"/>
              </a:ext>
            </a:extLst>
          </p:cNvPr>
          <p:cNvSpPr txBox="1"/>
          <p:nvPr/>
        </p:nvSpPr>
        <p:spPr>
          <a:xfrm>
            <a:off x="5409506" y="5017339"/>
            <a:ext cx="503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接口和拨块不要和上方的霍尔重叠，</a:t>
            </a:r>
            <a:endParaRPr kumimoji="1" lang="en-US" altLang="zh-CN" dirty="0"/>
          </a:p>
          <a:p>
            <a:r>
              <a:rPr kumimoji="1" lang="zh-CN" altLang="en-US" dirty="0"/>
              <a:t>因为下方要走电磁铁，重叠和下方的电磁铁冲突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BA1D925-3376-7D15-49F3-8C84B590214C}"/>
              </a:ext>
            </a:extLst>
          </p:cNvPr>
          <p:cNvSpPr/>
          <p:nvPr/>
        </p:nvSpPr>
        <p:spPr>
          <a:xfrm>
            <a:off x="4694772" y="4715383"/>
            <a:ext cx="568788" cy="670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4672D391-1A9A-71FF-BDF2-8488844E7425}"/>
              </a:ext>
            </a:extLst>
          </p:cNvPr>
          <p:cNvSpPr txBox="1"/>
          <p:nvPr/>
        </p:nvSpPr>
        <p:spPr>
          <a:xfrm>
            <a:off x="4584909" y="490514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电磁铁</a:t>
            </a:r>
          </a:p>
        </p:txBody>
      </p: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9898FF3E-29E4-83E8-BEE0-AF1893C2EB11}"/>
              </a:ext>
            </a:extLst>
          </p:cNvPr>
          <p:cNvCxnSpPr>
            <a:cxnSpLocks/>
          </p:cNvCxnSpPr>
          <p:nvPr/>
        </p:nvCxnSpPr>
        <p:spPr>
          <a:xfrm flipH="1" flipV="1">
            <a:off x="5457234" y="4763778"/>
            <a:ext cx="283422" cy="59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26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199</Words>
  <Application>Microsoft Macintosh PowerPoint</Application>
  <PresentationFormat>宽屏</PresentationFormat>
  <Paragraphs>32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-apple-system</vt:lpstr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2</cp:revision>
  <dcterms:created xsi:type="dcterms:W3CDTF">2026-04-16T01:58:36Z</dcterms:created>
  <dcterms:modified xsi:type="dcterms:W3CDTF">2026-04-16T02:49:28Z</dcterms:modified>
</cp:coreProperties>
</file>