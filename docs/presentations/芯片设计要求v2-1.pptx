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4BA80-A723-224C-B657-6F1BE25BD9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E537C-4B63-EE4B-8219-53C9314D2F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68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E537C-4B63-EE4B-8219-53C9314D2F1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772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53DF3-F276-0D5B-57B8-69087C4B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74BCFC-7B5B-858D-8D1F-BCB001D8C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2A56A-DB89-F6DD-552A-58CA95E9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13756-B51E-62E1-F5B5-CA9298BD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EB818-A157-CE5A-6BCC-6FF5E673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96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EB44B-6EDC-9AE8-26E6-30B0670F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19714-E21D-1619-CF84-42581FBCD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F235AA-A06A-C16E-C4EC-C346467C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345E3-17AD-6AFC-5A1A-71559F2F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288E0-C9B8-4CFB-4244-A4D0B258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550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E4A15-AACF-7088-B64B-7D6A4365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CE4D77-28B3-FDEA-0CEC-A1E964DFF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0893E-241D-1115-2045-E00E972D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3E5C7-1B92-87C4-01D8-05923B6F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D3D0B-0E6B-6311-2122-D4B6517F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89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CEDC9-67BA-A4A5-BB07-BD23E72B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41A834-61F7-5EBB-5820-28EADD9A4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92857E-B8A1-279D-C274-613D27F5F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3CAD5C-51A3-A4F3-F267-DF28E08A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9F1EFD-D225-B410-AF1E-CBB6021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A63D7-5B47-64FE-231C-61BB01EC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77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0A811-F658-F666-9255-2DAD2263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8D1E29-C7C2-ABDA-D224-79E7513B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2EBB27-4A47-7259-C31C-86EE2A52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A006B0-A29B-C296-60FD-ADAD2290DB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F6907A-53C8-87DA-140C-AC03F2EC4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6E1DF-045E-953A-369D-B143F94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79F685-A49D-6CAD-4218-AF27C1DD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1BF70F-D3D0-BF22-86B9-0F4B5247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80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05C04-0EFE-356D-2565-11B0E844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7B6852-BC90-4A1E-1119-A8BF66CF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F5FD4-2AB3-FCE2-0876-7EC64366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E90DF7-0222-5D78-137D-56D321E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702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2ACDE-64B4-53CB-1D54-DF29FB2F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F54A5C-0A33-FABD-0A0C-053925DF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9C9F08-6302-53A6-DCA0-EA957B3D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296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4C3F9-35EF-9581-C071-E93DEB58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CFC34-4F52-D8C7-E77F-E23636EAC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DA2148-66CC-3D51-FDA9-0977B2E44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403BB0-D23E-2660-040F-8274021C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9B12A-DF72-FAE7-FE39-4E062B2C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07D128-2140-B1B9-F8EF-64370BC2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90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33D69-3C7B-2C7D-12EF-70A3311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BB207-666B-CB6F-25DB-96CF82746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2922C3-0CA5-C7AD-35E9-9DDB2A02E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8D94EE-2415-34C2-E14A-716E345D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7CE3F-0DFF-769D-F6FA-90D6D820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5D875-D452-F0D2-817B-749C11FC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2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FBEC-1097-CEB2-8A68-E1DE9C2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B9E9D0-8C3B-EF67-9CA7-3ED2A48B2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E6ED1-D084-C045-850E-F28834F6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0A5C5-0F14-BC7D-468C-E1E9B9F7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57DBA-E136-5AE3-691D-1F6FC2FF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19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310E13-B228-FC11-6CF3-802AEF0E3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3F64C6-FA1A-8399-86AC-F3E95AE47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4C91C-F944-C324-D67E-B9AE4C3C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41FAA-FC11-7BD7-8D76-D5E2CAED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A4C09-A25E-7783-FA95-B9A1DB17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538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D14560-823F-167F-36FE-66B77805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051256-553A-39AB-CEC1-D1D1EC5C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7BCC3D-239B-DDB2-8068-E1C09592D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4ACB1-7F09-C64E-8209-692372C5D806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9BD39-14E0-5D58-0F62-E0204B490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4B0E1-7EC4-0073-15AD-C5DE6233E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BE430-24DA-7B4C-8E0E-CED6CB8104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50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D2F22A-C7BA-8C18-3151-DA1B39A0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644368"/>
            <a:ext cx="7772400" cy="48072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D2B34A-A1EB-4073-FDA7-E043CAED70CF}"/>
              </a:ext>
            </a:extLst>
          </p:cNvPr>
          <p:cNvSpPr txBox="1"/>
          <p:nvPr/>
        </p:nvSpPr>
        <p:spPr>
          <a:xfrm>
            <a:off x="8345806" y="1941267"/>
            <a:ext cx="31155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按键开关一排四个，左右两侧共</a:t>
            </a:r>
            <a:r>
              <a:rPr kumimoji="1" lang="en-US" altLang="zh-CN" sz="1200" dirty="0"/>
              <a:t>2</a:t>
            </a:r>
            <a:r>
              <a:rPr kumimoji="1" lang="zh-CN" altLang="en-US" sz="1200" dirty="0"/>
              <a:t>排，接口：</a:t>
            </a:r>
            <a:r>
              <a:rPr kumimoji="1" lang="en-US" altLang="zh-CN" sz="1200" dirty="0" err="1"/>
              <a:t>vcc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 err="1"/>
              <a:t>gnd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1,2,3,4</a:t>
            </a:r>
            <a:r>
              <a:rPr kumimoji="1" lang="zh-CN" altLang="en-US" sz="1200" dirty="0"/>
              <a:t>，</a:t>
            </a:r>
            <a:r>
              <a:rPr kumimoji="1" lang="en-US" altLang="zh-CN" sz="1200" dirty="0"/>
              <a:t>6p</a:t>
            </a:r>
            <a:r>
              <a:rPr kumimoji="1" lang="zh-CN" altLang="en-US" sz="1200" dirty="0"/>
              <a:t>线接口</a:t>
            </a:r>
            <a:r>
              <a:rPr kumimoji="1" lang="en-US" altLang="zh-CN" sz="12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电磁铁，回流保护装置，电流过小</a:t>
            </a:r>
            <a:r>
              <a:rPr lang="en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MOSFET 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续流二极管 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+ 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栅极电阻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下拉，电磁铁</a:t>
            </a:r>
            <a:r>
              <a:rPr lang="en-US" altLang="zh-CN" sz="1200" b="0" i="0" dirty="0">
                <a:solidFill>
                  <a:srgbClr val="1A1C1F"/>
                </a:solidFill>
                <a:effectLst/>
                <a:latin typeface="-apple-system"/>
              </a:rPr>
              <a:t>2p</a:t>
            </a:r>
            <a:r>
              <a:rPr lang="zh-CN" altLang="en-US" sz="1200" b="0" i="0" dirty="0">
                <a:solidFill>
                  <a:srgbClr val="1A1C1F"/>
                </a:solidFill>
                <a:effectLst/>
                <a:latin typeface="-apple-system"/>
              </a:rPr>
              <a:t>接口</a:t>
            </a:r>
            <a:r>
              <a:rPr kumimoji="1" lang="zh-CN" altLang="en-US" sz="1200" dirty="0"/>
              <a:t>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音频接口 </a:t>
            </a:r>
            <a:r>
              <a:rPr kumimoji="1" lang="en-US" altLang="zh-CN" sz="1200" dirty="0" err="1"/>
              <a:t>vcc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gnd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tx</a:t>
            </a:r>
            <a:r>
              <a:rPr kumimoji="1" lang="zh-CN" altLang="en-US" sz="1200" dirty="0"/>
              <a:t>，</a:t>
            </a:r>
            <a:r>
              <a:rPr kumimoji="1" lang="en-US" altLang="zh-CN" sz="1200" dirty="0" err="1"/>
              <a:t>rx</a:t>
            </a:r>
            <a:r>
              <a:rPr kumimoji="1" lang="zh-CN" altLang="en-US" sz="1200" dirty="0"/>
              <a:t> ， </a:t>
            </a:r>
            <a:r>
              <a:rPr kumimoji="1" lang="en-US" altLang="zh-CN" sz="1200" dirty="0"/>
              <a:t>4p</a:t>
            </a:r>
            <a:r>
              <a:rPr kumimoji="1" lang="zh-CN" altLang="en-US" sz="1200" dirty="0"/>
              <a:t>线接口；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电机接口：保留</a:t>
            </a:r>
            <a:r>
              <a:rPr kumimoji="1" lang="en-US" altLang="zh-CN" sz="1200" dirty="0"/>
              <a:t>,</a:t>
            </a:r>
            <a:r>
              <a:rPr kumimoji="1" lang="zh-CN" altLang="en-US" sz="1200" dirty="0"/>
              <a:t> 现在采用插的方式，有没可能掉下来；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两个限位开关接口，也做成类似的接口，</a:t>
            </a:r>
            <a:r>
              <a:rPr kumimoji="1" lang="en-US" altLang="zh-CN" sz="1200" dirty="0"/>
              <a:t>2p</a:t>
            </a:r>
            <a:r>
              <a:rPr kumimoji="1" lang="zh-CN" altLang="en-US" sz="1200" dirty="0"/>
              <a:t>接口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200" dirty="0" err="1"/>
              <a:t>mcp</a:t>
            </a:r>
            <a:r>
              <a:rPr kumimoji="1" lang="zh-CN" altLang="en-US" sz="1200" dirty="0"/>
              <a:t>：</a:t>
            </a:r>
            <a:r>
              <a:rPr kumimoji="1" lang="en-US" altLang="zh-CN" sz="1200" dirty="0"/>
              <a:t>6</a:t>
            </a:r>
            <a:r>
              <a:rPr kumimoji="1" lang="zh-CN" altLang="en-US" sz="1200" dirty="0"/>
              <a:t>个</a:t>
            </a:r>
            <a:r>
              <a:rPr kumimoji="1" lang="en-US" altLang="zh-CN" sz="1200" dirty="0"/>
              <a:t>16</a:t>
            </a:r>
            <a:r>
              <a:rPr kumimoji="1" lang="zh-CN" altLang="en-US" sz="1200" dirty="0"/>
              <a:t>路，预留</a:t>
            </a:r>
            <a:r>
              <a:rPr kumimoji="1" lang="en-US" altLang="zh-CN" sz="1200" dirty="0"/>
              <a:t>2</a:t>
            </a:r>
            <a:r>
              <a:rPr kumimoji="1" lang="zh-CN" altLang="en-US" sz="1200" dirty="0"/>
              <a:t>个，共</a:t>
            </a:r>
            <a:r>
              <a:rPr kumimoji="1" lang="en-US" altLang="zh-CN" sz="1200" dirty="0"/>
              <a:t>8</a:t>
            </a:r>
            <a:r>
              <a:rPr kumimoji="1" lang="zh-CN" altLang="en-US" sz="1200" dirty="0"/>
              <a:t>个</a:t>
            </a:r>
            <a:endParaRPr kumimoji="1" lang="en-US" altLang="zh-C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200" dirty="0"/>
              <a:t>预留的接口：</a:t>
            </a:r>
            <a:endParaRPr kumimoji="1" lang="en-US" altLang="zh-CN" sz="1200" dirty="0"/>
          </a:p>
          <a:p>
            <a:r>
              <a:rPr kumimoji="1" lang="zh-CN" altLang="en-US" sz="1200" dirty="0"/>
              <a:t>        </a:t>
            </a:r>
            <a:r>
              <a:rPr kumimoji="1" lang="en-US" altLang="zh-CN" sz="1200" dirty="0"/>
              <a:t>gndx4</a:t>
            </a:r>
            <a:r>
              <a:rPr kumimoji="1" lang="zh-CN" altLang="en-US" sz="1200" dirty="0"/>
              <a:t>，排针</a:t>
            </a:r>
            <a:r>
              <a:rPr kumimoji="1" lang="en-US" altLang="zh-CN" sz="1200" dirty="0" err="1"/>
              <a:t>esp</a:t>
            </a:r>
            <a:r>
              <a:rPr kumimoji="1" lang="zh-CN" altLang="en-US" sz="1200" dirty="0"/>
              <a:t>普通</a:t>
            </a:r>
            <a:r>
              <a:rPr kumimoji="1" lang="en-US" altLang="zh-CN" sz="1200" dirty="0"/>
              <a:t>io</a:t>
            </a:r>
            <a:r>
              <a:rPr kumimoji="1" lang="zh-CN" altLang="en-US" sz="1200" dirty="0"/>
              <a:t>口</a:t>
            </a:r>
            <a:r>
              <a:rPr kumimoji="1" lang="en-US" altLang="zh-CN" sz="1200" dirty="0"/>
              <a:t>x9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59C223D7-4948-2976-0159-5E9A2F702BF8}"/>
              </a:ext>
            </a:extLst>
          </p:cNvPr>
          <p:cNvCxnSpPr/>
          <p:nvPr/>
        </p:nvCxnSpPr>
        <p:spPr>
          <a:xfrm>
            <a:off x="8164286" y="644368"/>
            <a:ext cx="0" cy="46813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4309007-0C3F-A4FB-D5E0-4EA05C7979C9}"/>
              </a:ext>
            </a:extLst>
          </p:cNvPr>
          <p:cNvSpPr txBox="1"/>
          <p:nvPr/>
        </p:nvSpPr>
        <p:spPr>
          <a:xfrm>
            <a:off x="8164286" y="1421027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高度不要超过</a:t>
            </a:r>
            <a:r>
              <a:rPr kumimoji="1" lang="en-US" altLang="zh-CN" dirty="0"/>
              <a:t>4cm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81603D07-2D01-FA7B-A136-5E7C6003D49F}"/>
              </a:ext>
            </a:extLst>
          </p:cNvPr>
          <p:cNvCxnSpPr>
            <a:cxnSpLocks/>
          </p:cNvCxnSpPr>
          <p:nvPr/>
        </p:nvCxnSpPr>
        <p:spPr>
          <a:xfrm flipH="1">
            <a:off x="7760043" y="4188941"/>
            <a:ext cx="1186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BF02880-13CE-7F47-E07F-6522D59B6747}"/>
              </a:ext>
            </a:extLst>
          </p:cNvPr>
          <p:cNvCxnSpPr>
            <a:cxnSpLocks/>
          </p:cNvCxnSpPr>
          <p:nvPr/>
        </p:nvCxnSpPr>
        <p:spPr>
          <a:xfrm flipH="1">
            <a:off x="9786551" y="3719384"/>
            <a:ext cx="1297460" cy="151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3DFD98F-0EA0-FDA9-B796-804B9464B3CF}"/>
              </a:ext>
            </a:extLst>
          </p:cNvPr>
          <p:cNvSpPr txBox="1"/>
          <p:nvPr/>
        </p:nvSpPr>
        <p:spPr>
          <a:xfrm>
            <a:off x="3348680" y="58443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接口尽量做到一侧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7D3F2F-0DE0-8E22-6246-51E9F5FD2567}"/>
              </a:ext>
            </a:extLst>
          </p:cNvPr>
          <p:cNvSpPr/>
          <p:nvPr/>
        </p:nvSpPr>
        <p:spPr>
          <a:xfrm>
            <a:off x="6919784" y="815546"/>
            <a:ext cx="1050324" cy="4510216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00C70D-3292-C825-2A52-58E729E57C29}"/>
              </a:ext>
            </a:extLst>
          </p:cNvPr>
          <p:cNvSpPr/>
          <p:nvPr/>
        </p:nvSpPr>
        <p:spPr>
          <a:xfrm>
            <a:off x="542039" y="3545360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5E4955-6DB2-FD97-7D38-876142D8E9F8}"/>
              </a:ext>
            </a:extLst>
          </p:cNvPr>
          <p:cNvSpPr txBox="1"/>
          <p:nvPr/>
        </p:nvSpPr>
        <p:spPr>
          <a:xfrm>
            <a:off x="3192646" y="43884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79816F-E03E-313B-550D-C25EA28C7ACD}"/>
              </a:ext>
            </a:extLst>
          </p:cNvPr>
          <p:cNvSpPr txBox="1"/>
          <p:nvPr/>
        </p:nvSpPr>
        <p:spPr>
          <a:xfrm>
            <a:off x="7006364" y="42521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6D3B7A-24E1-9F1E-F647-AB0413698130}"/>
              </a:ext>
            </a:extLst>
          </p:cNvPr>
          <p:cNvSpPr txBox="1"/>
          <p:nvPr/>
        </p:nvSpPr>
        <p:spPr>
          <a:xfrm>
            <a:off x="1889564" y="331190"/>
            <a:ext cx="452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电源接口做到接口区对侧，往外伸大概</a:t>
            </a:r>
            <a:r>
              <a:rPr kumimoji="1" lang="en-US" altLang="zh-CN" dirty="0"/>
              <a:t>1cm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140F05-C569-746B-0827-CA2C17F589E2}"/>
              </a:ext>
            </a:extLst>
          </p:cNvPr>
          <p:cNvSpPr/>
          <p:nvPr/>
        </p:nvSpPr>
        <p:spPr>
          <a:xfrm>
            <a:off x="1013254" y="205343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9E7AE27-D6E3-CF9B-94E3-5E250238F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9603" y="-41518"/>
            <a:ext cx="1022978" cy="668604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C2D9DAA-E40A-DC96-AF64-FFFBA5862F8A}"/>
              </a:ext>
            </a:extLst>
          </p:cNvPr>
          <p:cNvSpPr/>
          <p:nvPr/>
        </p:nvSpPr>
        <p:spPr>
          <a:xfrm>
            <a:off x="1853422" y="737592"/>
            <a:ext cx="803189" cy="505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9E1D72-F57D-3D6E-3285-18485FD1F4B8}"/>
              </a:ext>
            </a:extLst>
          </p:cNvPr>
          <p:cNvSpPr txBox="1"/>
          <p:nvPr/>
        </p:nvSpPr>
        <p:spPr>
          <a:xfrm>
            <a:off x="1874944" y="78529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typeC</a:t>
            </a:r>
            <a:endParaRPr kumimoji="1"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FEFC558-30FD-9688-744E-AA1521B58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920" y="4902122"/>
            <a:ext cx="3143250" cy="2032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4045C82C-93C8-EF2A-B0FF-54E509717F26}"/>
              </a:ext>
            </a:extLst>
          </p:cNvPr>
          <p:cNvSpPr/>
          <p:nvPr/>
        </p:nvSpPr>
        <p:spPr>
          <a:xfrm>
            <a:off x="542039" y="1662774"/>
            <a:ext cx="6178379" cy="1686251"/>
          </a:xfrm>
          <a:prstGeom prst="rect">
            <a:avLst/>
          </a:prstGeom>
          <a:solidFill>
            <a:schemeClr val="accent1">
              <a:alpha val="5556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5BEC72-2F27-0518-ADEF-3D0C300B6A1C}"/>
              </a:ext>
            </a:extLst>
          </p:cNvPr>
          <p:cNvSpPr txBox="1"/>
          <p:nvPr/>
        </p:nvSpPr>
        <p:spPr>
          <a:xfrm>
            <a:off x="3192646" y="25058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芯片区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A966FE-5A11-8417-523A-A96C4A37F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7659" y="125131"/>
            <a:ext cx="1861865" cy="12332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CE0672-D13D-7C00-4D81-5C99A690638E}"/>
              </a:ext>
            </a:extLst>
          </p:cNvPr>
          <p:cNvSpPr txBox="1"/>
          <p:nvPr/>
        </p:nvSpPr>
        <p:spPr>
          <a:xfrm>
            <a:off x="9891707" y="8108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步进电机接口</a:t>
            </a:r>
          </a:p>
        </p:txBody>
      </p:sp>
    </p:spTree>
    <p:extLst>
      <p:ext uri="{BB962C8B-B14F-4D97-AF65-F5344CB8AC3E}">
        <p14:creationId xmlns:p14="http://schemas.microsoft.com/office/powerpoint/2010/main" val="104283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81">
            <a:extLst>
              <a:ext uri="{FF2B5EF4-FFF2-40B4-BE49-F238E27FC236}">
                <a16:creationId xmlns:a16="http://schemas.microsoft.com/office/drawing/2014/main" id="{9D75D16D-55A0-2E22-8D83-BCD4BCA3141A}"/>
              </a:ext>
            </a:extLst>
          </p:cNvPr>
          <p:cNvSpPr txBox="1"/>
          <p:nvPr/>
        </p:nvSpPr>
        <p:spPr>
          <a:xfrm>
            <a:off x="7295484" y="1101842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其他</a:t>
            </a:r>
            <a:r>
              <a:rPr kumimoji="1" lang="en-US" altLang="zh-CN" dirty="0" err="1"/>
              <a:t>mcp</a:t>
            </a:r>
            <a:r>
              <a:rPr kumimoji="1" lang="zh-CN" altLang="en-US" dirty="0"/>
              <a:t>，拨块等</a:t>
            </a: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56A12476-3A1F-70D5-5708-EFDBFEDFA769}"/>
              </a:ext>
            </a:extLst>
          </p:cNvPr>
          <p:cNvCxnSpPr/>
          <p:nvPr/>
        </p:nvCxnSpPr>
        <p:spPr>
          <a:xfrm>
            <a:off x="2182636" y="4670855"/>
            <a:ext cx="339902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E6037D9-BCC8-2F4B-FF91-DEE270399CDA}"/>
              </a:ext>
            </a:extLst>
          </p:cNvPr>
          <p:cNvSpPr txBox="1"/>
          <p:nvPr/>
        </p:nvSpPr>
        <p:spPr>
          <a:xfrm>
            <a:off x="6512011" y="45102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平视图</a:t>
            </a: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E8775-EF50-C932-1D81-6A327BD18CA2}"/>
              </a:ext>
            </a:extLst>
          </p:cNvPr>
          <p:cNvCxnSpPr>
            <a:cxnSpLocks/>
          </p:cNvCxnSpPr>
          <p:nvPr/>
        </p:nvCxnSpPr>
        <p:spPr>
          <a:xfrm>
            <a:off x="2387828" y="4633785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28C27FCC-C0D6-2580-A387-AB9812240CB3}"/>
              </a:ext>
            </a:extLst>
          </p:cNvPr>
          <p:cNvCxnSpPr>
            <a:cxnSpLocks/>
          </p:cNvCxnSpPr>
          <p:nvPr/>
        </p:nvCxnSpPr>
        <p:spPr>
          <a:xfrm>
            <a:off x="2883418" y="4621428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3013C8C6-A01C-756B-3FDE-AE6480B5578D}"/>
              </a:ext>
            </a:extLst>
          </p:cNvPr>
          <p:cNvSpPr txBox="1"/>
          <p:nvPr/>
        </p:nvSpPr>
        <p:spPr>
          <a:xfrm>
            <a:off x="2224400" y="41408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霍尔芯片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8E0E3219-667D-D657-044A-3F58BA86CD67}"/>
              </a:ext>
            </a:extLst>
          </p:cNvPr>
          <p:cNvCxnSpPr>
            <a:cxnSpLocks/>
          </p:cNvCxnSpPr>
          <p:nvPr/>
        </p:nvCxnSpPr>
        <p:spPr>
          <a:xfrm>
            <a:off x="5300326" y="4711359"/>
            <a:ext cx="263059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8F702CF-A4EC-FF31-40A2-3F7AF8B8C182}"/>
              </a:ext>
            </a:extLst>
          </p:cNvPr>
          <p:cNvSpPr txBox="1"/>
          <p:nvPr/>
        </p:nvSpPr>
        <p:spPr>
          <a:xfrm>
            <a:off x="5631734" y="45779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</a:t>
            </a: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CC2E11EF-F8EB-47CF-D5F3-66BFE523020A}"/>
              </a:ext>
            </a:extLst>
          </p:cNvPr>
          <p:cNvCxnSpPr>
            <a:cxnSpLocks/>
          </p:cNvCxnSpPr>
          <p:nvPr/>
        </p:nvCxnSpPr>
        <p:spPr>
          <a:xfrm>
            <a:off x="4985010" y="4613191"/>
            <a:ext cx="263059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692B73F4-7CCB-53CD-C611-758BE49EE8D7}"/>
              </a:ext>
            </a:extLst>
          </p:cNvPr>
          <p:cNvSpPr txBox="1"/>
          <p:nvPr/>
        </p:nvSpPr>
        <p:spPr>
          <a:xfrm>
            <a:off x="5409506" y="5017339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接口和拨块不要和上方的霍尔重叠，</a:t>
            </a:r>
            <a:endParaRPr kumimoji="1" lang="en-US" altLang="zh-CN" dirty="0"/>
          </a:p>
          <a:p>
            <a:r>
              <a:rPr kumimoji="1" lang="zh-CN" altLang="en-US" dirty="0"/>
              <a:t>因为下方要走电磁铁，重叠和下方的电磁铁冲突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BA1D925-3376-7D15-49F3-8C84B590214C}"/>
              </a:ext>
            </a:extLst>
          </p:cNvPr>
          <p:cNvSpPr/>
          <p:nvPr/>
        </p:nvSpPr>
        <p:spPr>
          <a:xfrm>
            <a:off x="4694772" y="4715383"/>
            <a:ext cx="568788" cy="670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672D391-1A9A-71FF-BDF2-8488844E7425}"/>
              </a:ext>
            </a:extLst>
          </p:cNvPr>
          <p:cNvSpPr txBox="1"/>
          <p:nvPr/>
        </p:nvSpPr>
        <p:spPr>
          <a:xfrm>
            <a:off x="4584909" y="490514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电磁铁</a:t>
            </a:r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9898FF3E-29E4-83E8-BEE0-AF1893C2EB11}"/>
              </a:ext>
            </a:extLst>
          </p:cNvPr>
          <p:cNvCxnSpPr>
            <a:cxnSpLocks/>
          </p:cNvCxnSpPr>
          <p:nvPr/>
        </p:nvCxnSpPr>
        <p:spPr>
          <a:xfrm flipH="1" flipV="1">
            <a:off x="5457234" y="4763778"/>
            <a:ext cx="283422" cy="5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6AF067F6-F02B-1611-BEB8-4995FF89676F}"/>
              </a:ext>
            </a:extLst>
          </p:cNvPr>
          <p:cNvSpPr/>
          <p:nvPr/>
        </p:nvSpPr>
        <p:spPr>
          <a:xfrm>
            <a:off x="2672791" y="1019339"/>
            <a:ext cx="3773112" cy="88138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85C5B9A-4739-2DD6-FA2B-95B398D5D2B1}"/>
              </a:ext>
            </a:extLst>
          </p:cNvPr>
          <p:cNvSpPr/>
          <p:nvPr/>
        </p:nvSpPr>
        <p:spPr>
          <a:xfrm flipV="1">
            <a:off x="5957028" y="1394972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B01326-1212-3869-2F05-44C35CE1B209}"/>
              </a:ext>
            </a:extLst>
          </p:cNvPr>
          <p:cNvSpPr/>
          <p:nvPr/>
        </p:nvSpPr>
        <p:spPr>
          <a:xfrm flipV="1">
            <a:off x="5777856" y="1378493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3F64015-5BAA-3292-1288-42D786534241}"/>
              </a:ext>
            </a:extLst>
          </p:cNvPr>
          <p:cNvSpPr/>
          <p:nvPr/>
        </p:nvSpPr>
        <p:spPr>
          <a:xfrm flipV="1">
            <a:off x="5598684" y="1394972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046EBDB-ECE3-710E-6F79-1D481E806399}"/>
              </a:ext>
            </a:extLst>
          </p:cNvPr>
          <p:cNvSpPr/>
          <p:nvPr/>
        </p:nvSpPr>
        <p:spPr>
          <a:xfrm>
            <a:off x="622101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F490E21-33F0-8906-1BE0-9E726563AE71}"/>
              </a:ext>
            </a:extLst>
          </p:cNvPr>
          <p:cNvSpPr/>
          <p:nvPr/>
        </p:nvSpPr>
        <p:spPr>
          <a:xfrm>
            <a:off x="5725302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48DF486-2D48-F2AB-9AE7-D5AB55A798AE}"/>
              </a:ext>
            </a:extLst>
          </p:cNvPr>
          <p:cNvSpPr/>
          <p:nvPr/>
        </p:nvSpPr>
        <p:spPr>
          <a:xfrm>
            <a:off x="522958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9FE909C-439D-6F9E-5F56-B154A8A8E2E0}"/>
              </a:ext>
            </a:extLst>
          </p:cNvPr>
          <p:cNvSpPr/>
          <p:nvPr/>
        </p:nvSpPr>
        <p:spPr>
          <a:xfrm>
            <a:off x="4733870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292385D-B9A6-BBE9-9235-1D168C09CF0C}"/>
              </a:ext>
            </a:extLst>
          </p:cNvPr>
          <p:cNvSpPr/>
          <p:nvPr/>
        </p:nvSpPr>
        <p:spPr>
          <a:xfrm>
            <a:off x="4238154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AF1B5F0-CC3F-8CB3-A656-85D7A60C5E92}"/>
              </a:ext>
            </a:extLst>
          </p:cNvPr>
          <p:cNvSpPr/>
          <p:nvPr/>
        </p:nvSpPr>
        <p:spPr>
          <a:xfrm>
            <a:off x="3742438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0551A3A-E229-6B34-A364-6FD56A62C107}"/>
              </a:ext>
            </a:extLst>
          </p:cNvPr>
          <p:cNvSpPr/>
          <p:nvPr/>
        </p:nvSpPr>
        <p:spPr>
          <a:xfrm>
            <a:off x="3246722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B1E1D24-36ED-2EA6-BC0E-78D7DA8B2211}"/>
              </a:ext>
            </a:extLst>
          </p:cNvPr>
          <p:cNvSpPr/>
          <p:nvPr/>
        </p:nvSpPr>
        <p:spPr>
          <a:xfrm>
            <a:off x="2751006" y="1117175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2663D47-3E5A-C1A9-0133-10F5F25A83C4}"/>
              </a:ext>
            </a:extLst>
          </p:cNvPr>
          <p:cNvSpPr/>
          <p:nvPr/>
        </p:nvSpPr>
        <p:spPr>
          <a:xfrm>
            <a:off x="622101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985B020-1211-EDC7-3256-4995FDC84CB9}"/>
              </a:ext>
            </a:extLst>
          </p:cNvPr>
          <p:cNvSpPr/>
          <p:nvPr/>
        </p:nvSpPr>
        <p:spPr>
          <a:xfrm>
            <a:off x="5725302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763021D-5F79-308B-D4FC-37ECDC1E564A}"/>
              </a:ext>
            </a:extLst>
          </p:cNvPr>
          <p:cNvSpPr/>
          <p:nvPr/>
        </p:nvSpPr>
        <p:spPr>
          <a:xfrm>
            <a:off x="522958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234C95E-E99A-9496-F3E1-3A29FB2D36F2}"/>
              </a:ext>
            </a:extLst>
          </p:cNvPr>
          <p:cNvSpPr/>
          <p:nvPr/>
        </p:nvSpPr>
        <p:spPr>
          <a:xfrm>
            <a:off x="4733870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9221324-D31F-A64D-5782-64E21CD97C27}"/>
              </a:ext>
            </a:extLst>
          </p:cNvPr>
          <p:cNvSpPr/>
          <p:nvPr/>
        </p:nvSpPr>
        <p:spPr>
          <a:xfrm>
            <a:off x="4238154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E3A29FF-927B-DE7A-283E-9D11D0C17E7D}"/>
              </a:ext>
            </a:extLst>
          </p:cNvPr>
          <p:cNvSpPr/>
          <p:nvPr/>
        </p:nvSpPr>
        <p:spPr>
          <a:xfrm>
            <a:off x="3742438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0B4B15A-A6E0-99E3-A40C-29808A1A3E23}"/>
              </a:ext>
            </a:extLst>
          </p:cNvPr>
          <p:cNvSpPr/>
          <p:nvPr/>
        </p:nvSpPr>
        <p:spPr>
          <a:xfrm>
            <a:off x="3246722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DE07E94-E397-B069-8EE3-B7080CFCF26F}"/>
              </a:ext>
            </a:extLst>
          </p:cNvPr>
          <p:cNvSpPr/>
          <p:nvPr/>
        </p:nvSpPr>
        <p:spPr>
          <a:xfrm>
            <a:off x="2751006" y="1613050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0B5604AC-9174-EA37-9956-A001B421676B}"/>
              </a:ext>
            </a:extLst>
          </p:cNvPr>
          <p:cNvCxnSpPr/>
          <p:nvPr/>
        </p:nvCxnSpPr>
        <p:spPr>
          <a:xfrm>
            <a:off x="2518512" y="1206757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3016AFA4-012F-81C5-9515-9B124DD63234}"/>
              </a:ext>
            </a:extLst>
          </p:cNvPr>
          <p:cNvCxnSpPr>
            <a:stCxn id="74" idx="1"/>
          </p:cNvCxnSpPr>
          <p:nvPr/>
        </p:nvCxnSpPr>
        <p:spPr>
          <a:xfrm flipH="1" flipV="1">
            <a:off x="2334618" y="1191802"/>
            <a:ext cx="416388" cy="1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72AC1C3D-7D76-12DA-50CD-9F866D4240E8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2334618" y="1689250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A243823-F1D6-DD9A-B0AF-9A6FCC170D28}"/>
              </a:ext>
            </a:extLst>
          </p:cNvPr>
          <p:cNvSpPr txBox="1"/>
          <p:nvPr/>
        </p:nvSpPr>
        <p:spPr>
          <a:xfrm rot="16200000">
            <a:off x="2006820" y="1308228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2A5496D3-2DA1-CF57-BDD8-D012893D43DA}"/>
              </a:ext>
            </a:extLst>
          </p:cNvPr>
          <p:cNvCxnSpPr>
            <a:cxnSpLocks/>
          </p:cNvCxnSpPr>
          <p:nvPr/>
        </p:nvCxnSpPr>
        <p:spPr>
          <a:xfrm rot="5400000">
            <a:off x="4063280" y="1113871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94D234DC-F281-D076-28B7-F0F218D2FEEF}"/>
              </a:ext>
            </a:extLst>
          </p:cNvPr>
          <p:cNvCxnSpPr>
            <a:cxnSpLocks/>
          </p:cNvCxnSpPr>
          <p:nvPr/>
        </p:nvCxnSpPr>
        <p:spPr>
          <a:xfrm flipH="1" flipV="1">
            <a:off x="3815343" y="1166361"/>
            <a:ext cx="1" cy="390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56A67EF6-AD47-62CE-B659-1DEB903DCF16}"/>
              </a:ext>
            </a:extLst>
          </p:cNvPr>
          <p:cNvCxnSpPr>
            <a:cxnSpLocks/>
          </p:cNvCxnSpPr>
          <p:nvPr/>
        </p:nvCxnSpPr>
        <p:spPr>
          <a:xfrm rot="5400000" flipH="1">
            <a:off x="4110607" y="1337993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908BFDD-97F6-5D9B-3387-FFDCFF3CB4F9}"/>
              </a:ext>
            </a:extLst>
          </p:cNvPr>
          <p:cNvSpPr txBox="1"/>
          <p:nvPr/>
        </p:nvSpPr>
        <p:spPr>
          <a:xfrm>
            <a:off x="3769012" y="1309420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8FC805D-03D0-43D4-C27C-19CC950ADF1B}"/>
              </a:ext>
            </a:extLst>
          </p:cNvPr>
          <p:cNvSpPr txBox="1"/>
          <p:nvPr/>
        </p:nvSpPr>
        <p:spPr>
          <a:xfrm>
            <a:off x="1591401" y="7604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 x hall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17FC69D-F30F-2D58-F6CA-915DC340608C}"/>
              </a:ext>
            </a:extLst>
          </p:cNvPr>
          <p:cNvSpPr/>
          <p:nvPr/>
        </p:nvSpPr>
        <p:spPr>
          <a:xfrm>
            <a:off x="2672791" y="1998555"/>
            <a:ext cx="3773112" cy="88138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C182344-2242-FC2F-5A72-37752804DF89}"/>
              </a:ext>
            </a:extLst>
          </p:cNvPr>
          <p:cNvSpPr/>
          <p:nvPr/>
        </p:nvSpPr>
        <p:spPr>
          <a:xfrm flipV="1">
            <a:off x="5957028" y="2374188"/>
            <a:ext cx="416388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2E53139-5D31-813D-26A3-79CF1BD44201}"/>
              </a:ext>
            </a:extLst>
          </p:cNvPr>
          <p:cNvSpPr/>
          <p:nvPr/>
        </p:nvSpPr>
        <p:spPr>
          <a:xfrm flipV="1">
            <a:off x="5777856" y="2357709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54AE8E9-B03D-FA68-002A-5D86DD731EA0}"/>
              </a:ext>
            </a:extLst>
          </p:cNvPr>
          <p:cNvSpPr/>
          <p:nvPr/>
        </p:nvSpPr>
        <p:spPr>
          <a:xfrm flipV="1">
            <a:off x="5598684" y="2374188"/>
            <a:ext cx="106682" cy="7620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089438A-CC52-1AAC-20AD-10DC781D5BE8}"/>
              </a:ext>
            </a:extLst>
          </p:cNvPr>
          <p:cNvSpPr/>
          <p:nvPr/>
        </p:nvSpPr>
        <p:spPr>
          <a:xfrm>
            <a:off x="622101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5C5BE03-AB3F-ECC5-100D-005816352777}"/>
              </a:ext>
            </a:extLst>
          </p:cNvPr>
          <p:cNvSpPr/>
          <p:nvPr/>
        </p:nvSpPr>
        <p:spPr>
          <a:xfrm>
            <a:off x="5725302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8956BB07-F6DA-D222-FAB3-21312C609778}"/>
              </a:ext>
            </a:extLst>
          </p:cNvPr>
          <p:cNvSpPr/>
          <p:nvPr/>
        </p:nvSpPr>
        <p:spPr>
          <a:xfrm>
            <a:off x="522958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FF8A34D-04D2-404E-5C8D-98FFE2F9FD86}"/>
              </a:ext>
            </a:extLst>
          </p:cNvPr>
          <p:cNvSpPr/>
          <p:nvPr/>
        </p:nvSpPr>
        <p:spPr>
          <a:xfrm>
            <a:off x="4733870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B66B6B4-5B74-C963-48D0-CEC8FCB39169}"/>
              </a:ext>
            </a:extLst>
          </p:cNvPr>
          <p:cNvSpPr/>
          <p:nvPr/>
        </p:nvSpPr>
        <p:spPr>
          <a:xfrm>
            <a:off x="4238154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41CA225-D9C9-A70C-4FDB-A0FC2AC1E67E}"/>
              </a:ext>
            </a:extLst>
          </p:cNvPr>
          <p:cNvSpPr/>
          <p:nvPr/>
        </p:nvSpPr>
        <p:spPr>
          <a:xfrm>
            <a:off x="3742438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B2E1CAF-004B-ADFC-98CA-C294A68896F3}"/>
              </a:ext>
            </a:extLst>
          </p:cNvPr>
          <p:cNvSpPr/>
          <p:nvPr/>
        </p:nvSpPr>
        <p:spPr>
          <a:xfrm>
            <a:off x="3246722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6EECDF5-4CB1-73C4-CFAA-D1072EE9A421}"/>
              </a:ext>
            </a:extLst>
          </p:cNvPr>
          <p:cNvSpPr/>
          <p:nvPr/>
        </p:nvSpPr>
        <p:spPr>
          <a:xfrm>
            <a:off x="2751006" y="2096391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3FE4CAD-7530-D868-2F36-E979EDC82424}"/>
              </a:ext>
            </a:extLst>
          </p:cNvPr>
          <p:cNvSpPr/>
          <p:nvPr/>
        </p:nvSpPr>
        <p:spPr>
          <a:xfrm>
            <a:off x="622101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F858D2D-A492-D9D5-7944-E188DE1F46DC}"/>
              </a:ext>
            </a:extLst>
          </p:cNvPr>
          <p:cNvSpPr/>
          <p:nvPr/>
        </p:nvSpPr>
        <p:spPr>
          <a:xfrm>
            <a:off x="5725302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3D2A92E-EB48-32CE-8FDA-9C8EFE289DE7}"/>
              </a:ext>
            </a:extLst>
          </p:cNvPr>
          <p:cNvSpPr/>
          <p:nvPr/>
        </p:nvSpPr>
        <p:spPr>
          <a:xfrm>
            <a:off x="522958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6994FAF-F081-1B8A-4EB1-64A813F10C50}"/>
              </a:ext>
            </a:extLst>
          </p:cNvPr>
          <p:cNvSpPr/>
          <p:nvPr/>
        </p:nvSpPr>
        <p:spPr>
          <a:xfrm>
            <a:off x="4733870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6363F3B-49EC-FC32-1E9E-3F556C750D2D}"/>
              </a:ext>
            </a:extLst>
          </p:cNvPr>
          <p:cNvSpPr/>
          <p:nvPr/>
        </p:nvSpPr>
        <p:spPr>
          <a:xfrm>
            <a:off x="4238154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569390C-9501-3110-AC53-C4044407518C}"/>
              </a:ext>
            </a:extLst>
          </p:cNvPr>
          <p:cNvSpPr/>
          <p:nvPr/>
        </p:nvSpPr>
        <p:spPr>
          <a:xfrm>
            <a:off x="3742438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62D8001-1BAB-A5FF-DB8D-199637FCE780}"/>
              </a:ext>
            </a:extLst>
          </p:cNvPr>
          <p:cNvSpPr/>
          <p:nvPr/>
        </p:nvSpPr>
        <p:spPr>
          <a:xfrm>
            <a:off x="3246722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95438AC-FDEE-49EC-3F83-4EFD53B31732}"/>
              </a:ext>
            </a:extLst>
          </p:cNvPr>
          <p:cNvSpPr/>
          <p:nvPr/>
        </p:nvSpPr>
        <p:spPr>
          <a:xfrm>
            <a:off x="2751006" y="2592266"/>
            <a:ext cx="152400" cy="1524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3B94E138-53D3-BE3F-156D-A075F8C15F01}"/>
              </a:ext>
            </a:extLst>
          </p:cNvPr>
          <p:cNvCxnSpPr/>
          <p:nvPr/>
        </p:nvCxnSpPr>
        <p:spPr>
          <a:xfrm>
            <a:off x="2518512" y="1702632"/>
            <a:ext cx="0" cy="495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1DFCA9F7-0DF3-7D99-D8A2-25F38431047C}"/>
              </a:ext>
            </a:extLst>
          </p:cNvPr>
          <p:cNvCxnSpPr>
            <a:cxnSpLocks/>
          </p:cNvCxnSpPr>
          <p:nvPr/>
        </p:nvCxnSpPr>
        <p:spPr>
          <a:xfrm flipH="1" flipV="1">
            <a:off x="2334618" y="1687677"/>
            <a:ext cx="416388" cy="1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2134EFCB-5C9A-3E52-7B1D-44B44D0808B5}"/>
              </a:ext>
            </a:extLst>
          </p:cNvPr>
          <p:cNvCxnSpPr>
            <a:cxnSpLocks/>
          </p:cNvCxnSpPr>
          <p:nvPr/>
        </p:nvCxnSpPr>
        <p:spPr>
          <a:xfrm flipH="1">
            <a:off x="2334618" y="2185125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BCB0BA57-1D03-E48A-437A-F4B042215345}"/>
              </a:ext>
            </a:extLst>
          </p:cNvPr>
          <p:cNvSpPr txBox="1"/>
          <p:nvPr/>
        </p:nvSpPr>
        <p:spPr>
          <a:xfrm rot="16200000">
            <a:off x="2006820" y="1804103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3.5cm</a:t>
            </a:r>
          </a:p>
        </p:txBody>
      </p: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E4E5A295-87F5-7B29-8763-E54116CFACC0}"/>
              </a:ext>
            </a:extLst>
          </p:cNvPr>
          <p:cNvCxnSpPr>
            <a:cxnSpLocks/>
          </p:cNvCxnSpPr>
          <p:nvPr/>
        </p:nvCxnSpPr>
        <p:spPr>
          <a:xfrm>
            <a:off x="6616188" y="1702632"/>
            <a:ext cx="0" cy="1980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C8930FF2-FD63-9FA6-3D9A-1456BA0EAC1E}"/>
              </a:ext>
            </a:extLst>
          </p:cNvPr>
          <p:cNvCxnSpPr>
            <a:cxnSpLocks/>
          </p:cNvCxnSpPr>
          <p:nvPr/>
        </p:nvCxnSpPr>
        <p:spPr>
          <a:xfrm flipH="1">
            <a:off x="6373416" y="1692813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文本框 139">
            <a:extLst>
              <a:ext uri="{FF2B5EF4-FFF2-40B4-BE49-F238E27FC236}">
                <a16:creationId xmlns:a16="http://schemas.microsoft.com/office/drawing/2014/main" id="{0A762A41-489C-DA25-94E4-F776BC44E298}"/>
              </a:ext>
            </a:extLst>
          </p:cNvPr>
          <p:cNvSpPr txBox="1"/>
          <p:nvPr/>
        </p:nvSpPr>
        <p:spPr>
          <a:xfrm rot="16200000">
            <a:off x="6532286" y="1649909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&lt;1.75cm</a:t>
            </a:r>
          </a:p>
        </p:txBody>
      </p: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0DE440DC-243F-17B2-131C-F7432B00CED6}"/>
              </a:ext>
            </a:extLst>
          </p:cNvPr>
          <p:cNvCxnSpPr>
            <a:cxnSpLocks/>
          </p:cNvCxnSpPr>
          <p:nvPr/>
        </p:nvCxnSpPr>
        <p:spPr>
          <a:xfrm flipH="1">
            <a:off x="6373416" y="1900719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C9C9DF76-671D-30D5-AFAC-B873EECF5909}"/>
              </a:ext>
            </a:extLst>
          </p:cNvPr>
          <p:cNvCxnSpPr>
            <a:cxnSpLocks/>
          </p:cNvCxnSpPr>
          <p:nvPr/>
        </p:nvCxnSpPr>
        <p:spPr>
          <a:xfrm>
            <a:off x="6652029" y="1016020"/>
            <a:ext cx="0" cy="1980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94E3E74E-2789-1A85-E3BC-7061BB018DCA}"/>
              </a:ext>
            </a:extLst>
          </p:cNvPr>
          <p:cNvCxnSpPr>
            <a:cxnSpLocks/>
          </p:cNvCxnSpPr>
          <p:nvPr/>
        </p:nvCxnSpPr>
        <p:spPr>
          <a:xfrm flipH="1">
            <a:off x="6409257" y="1006201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D78C77E-ED79-3C7E-CE3A-DB18CD19BA58}"/>
              </a:ext>
            </a:extLst>
          </p:cNvPr>
          <p:cNvSpPr txBox="1"/>
          <p:nvPr/>
        </p:nvSpPr>
        <p:spPr>
          <a:xfrm rot="16200000">
            <a:off x="6583355" y="963297"/>
            <a:ext cx="683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&lt;175cm</a:t>
            </a:r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FF93AE06-E523-0663-517D-39CBADD775BC}"/>
              </a:ext>
            </a:extLst>
          </p:cNvPr>
          <p:cNvCxnSpPr>
            <a:cxnSpLocks/>
          </p:cNvCxnSpPr>
          <p:nvPr/>
        </p:nvCxnSpPr>
        <p:spPr>
          <a:xfrm flipH="1">
            <a:off x="6409257" y="1214107"/>
            <a:ext cx="41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3CB18037-9600-A00D-69BB-9E1FFA530D12}"/>
              </a:ext>
            </a:extLst>
          </p:cNvPr>
          <p:cNvSpPr txBox="1"/>
          <p:nvPr/>
        </p:nvSpPr>
        <p:spPr>
          <a:xfrm>
            <a:off x="4308839" y="586977"/>
            <a:ext cx="611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28cm</a:t>
            </a:r>
          </a:p>
        </p:txBody>
      </p: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78394D70-66DD-F715-9071-BC3C88099FA5}"/>
              </a:ext>
            </a:extLst>
          </p:cNvPr>
          <p:cNvCxnSpPr>
            <a:cxnSpLocks/>
          </p:cNvCxnSpPr>
          <p:nvPr/>
        </p:nvCxnSpPr>
        <p:spPr>
          <a:xfrm>
            <a:off x="2826221" y="806968"/>
            <a:ext cx="34709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EE0E42C3-AAC7-C245-0E5A-B4C86836F889}"/>
              </a:ext>
            </a:extLst>
          </p:cNvPr>
          <p:cNvCxnSpPr>
            <a:cxnSpLocks/>
          </p:cNvCxnSpPr>
          <p:nvPr/>
        </p:nvCxnSpPr>
        <p:spPr>
          <a:xfrm flipV="1">
            <a:off x="6297216" y="651013"/>
            <a:ext cx="0" cy="4640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C42D5777-BFA5-60C8-97FD-D5B8C9B36AE9}"/>
              </a:ext>
            </a:extLst>
          </p:cNvPr>
          <p:cNvCxnSpPr>
            <a:cxnSpLocks/>
          </p:cNvCxnSpPr>
          <p:nvPr/>
        </p:nvCxnSpPr>
        <p:spPr>
          <a:xfrm flipV="1">
            <a:off x="2826221" y="651014"/>
            <a:ext cx="0" cy="4640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2EC95E56-13ED-0542-9D57-C568E81516DD}"/>
              </a:ext>
            </a:extLst>
          </p:cNvPr>
          <p:cNvCxnSpPr>
            <a:cxnSpLocks/>
          </p:cNvCxnSpPr>
          <p:nvPr/>
        </p:nvCxnSpPr>
        <p:spPr>
          <a:xfrm flipH="1" flipV="1">
            <a:off x="6373416" y="1435457"/>
            <a:ext cx="1641563" cy="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26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C36388-99A1-A507-4D01-10210C857055}"/>
              </a:ext>
            </a:extLst>
          </p:cNvPr>
          <p:cNvSpPr/>
          <p:nvPr/>
        </p:nvSpPr>
        <p:spPr>
          <a:xfrm>
            <a:off x="2486347" y="2229492"/>
            <a:ext cx="2732925" cy="2732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678FCD-4780-36A0-2D72-CB11395D4399}"/>
              </a:ext>
            </a:extLst>
          </p:cNvPr>
          <p:cNvSpPr/>
          <p:nvPr/>
        </p:nvSpPr>
        <p:spPr>
          <a:xfrm>
            <a:off x="2821112" y="2538572"/>
            <a:ext cx="2063393" cy="21147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2996B2-C0D1-66EE-0F72-9C5A1E10BACD}"/>
              </a:ext>
            </a:extLst>
          </p:cNvPr>
          <p:cNvSpPr txBox="1"/>
          <p:nvPr/>
        </p:nvSpPr>
        <p:spPr>
          <a:xfrm>
            <a:off x="3084012" y="341128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电磁铁移动范围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907D7-D1F8-B56C-F1FF-DA05F80E538D}"/>
              </a:ext>
            </a:extLst>
          </p:cNvPr>
          <p:cNvSpPr/>
          <p:nvPr/>
        </p:nvSpPr>
        <p:spPr>
          <a:xfrm>
            <a:off x="4350533" y="4660376"/>
            <a:ext cx="832207" cy="309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567887-8DA0-D6A4-1AC8-0A065878C2F2}"/>
              </a:ext>
            </a:extLst>
          </p:cNvPr>
          <p:cNvSpPr txBox="1"/>
          <p:nvPr/>
        </p:nvSpPr>
        <p:spPr>
          <a:xfrm>
            <a:off x="4434440" y="4653333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放板子的地方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49D380-1435-980D-BA3A-E7D59ED92FC4}"/>
              </a:ext>
            </a:extLst>
          </p:cNvPr>
          <p:cNvSpPr/>
          <p:nvPr/>
        </p:nvSpPr>
        <p:spPr>
          <a:xfrm>
            <a:off x="2449815" y="5627114"/>
            <a:ext cx="2732925" cy="4110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D70B71-38E8-98A7-122D-E5A6D714685E}"/>
              </a:ext>
            </a:extLst>
          </p:cNvPr>
          <p:cNvSpPr txBox="1"/>
          <p:nvPr/>
        </p:nvSpPr>
        <p:spPr>
          <a:xfrm>
            <a:off x="2449815" y="564797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4cm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64EAB7-BE10-94D5-D004-A10AE0039E13}"/>
              </a:ext>
            </a:extLst>
          </p:cNvPr>
          <p:cNvSpPr/>
          <p:nvPr/>
        </p:nvSpPr>
        <p:spPr>
          <a:xfrm>
            <a:off x="2907587" y="2590503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3C5086-3C3F-D7CB-0177-AB881BF82383}"/>
              </a:ext>
            </a:extLst>
          </p:cNvPr>
          <p:cNvSpPr/>
          <p:nvPr/>
        </p:nvSpPr>
        <p:spPr>
          <a:xfrm>
            <a:off x="3163183" y="2592478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851881-A651-EAD3-9C04-361E61A70182}"/>
              </a:ext>
            </a:extLst>
          </p:cNvPr>
          <p:cNvSpPr/>
          <p:nvPr/>
        </p:nvSpPr>
        <p:spPr>
          <a:xfrm>
            <a:off x="3411581" y="2592478"/>
            <a:ext cx="176425" cy="154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DE396-5015-6775-35EF-522848981F9F}"/>
              </a:ext>
            </a:extLst>
          </p:cNvPr>
          <p:cNvSpPr txBox="1"/>
          <p:nvPr/>
        </p:nvSpPr>
        <p:spPr>
          <a:xfrm>
            <a:off x="3658640" y="24828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2850F1-8BE3-7F3E-FA71-6BA67B930BF1}"/>
              </a:ext>
            </a:extLst>
          </p:cNvPr>
          <p:cNvSpPr txBox="1"/>
          <p:nvPr/>
        </p:nvSpPr>
        <p:spPr>
          <a:xfrm>
            <a:off x="5226576" y="2590503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霍尔阵列上面有棋盘格子，棋盘上面放带磁铁的棋子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09D6D2-1437-D5C6-E351-5E6F859F38F5}"/>
              </a:ext>
            </a:extLst>
          </p:cNvPr>
          <p:cNvSpPr txBox="1"/>
          <p:nvPr/>
        </p:nvSpPr>
        <p:spPr>
          <a:xfrm>
            <a:off x="3911951" y="56688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侧视图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08FB63-F680-3392-0383-910BFDE5F7B4}"/>
              </a:ext>
            </a:extLst>
          </p:cNvPr>
          <p:cNvSpPr txBox="1"/>
          <p:nvPr/>
        </p:nvSpPr>
        <p:spPr>
          <a:xfrm>
            <a:off x="3411581" y="18897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俯视图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96ABC2-CA4F-622A-9F7A-C4601ECF5B72}"/>
              </a:ext>
            </a:extLst>
          </p:cNvPr>
          <p:cNvSpPr/>
          <p:nvPr/>
        </p:nvSpPr>
        <p:spPr>
          <a:xfrm>
            <a:off x="3137930" y="4337436"/>
            <a:ext cx="201678" cy="20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1546F0F-6302-0099-6FF2-41102BE3E8E7}"/>
              </a:ext>
            </a:extLst>
          </p:cNvPr>
          <p:cNvCxnSpPr/>
          <p:nvPr/>
        </p:nvCxnSpPr>
        <p:spPr>
          <a:xfrm flipV="1">
            <a:off x="1701519" y="4438275"/>
            <a:ext cx="1352949" cy="117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D43B469-A900-ED29-DDB2-1589D75CF1C7}"/>
              </a:ext>
            </a:extLst>
          </p:cNvPr>
          <p:cNvSpPr txBox="1"/>
          <p:nvPr/>
        </p:nvSpPr>
        <p:spPr>
          <a:xfrm>
            <a:off x="1464309" y="41873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电磁体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3FBF7F-7C34-A25C-9420-4622E77B2AD9}"/>
              </a:ext>
            </a:extLst>
          </p:cNvPr>
          <p:cNvSpPr txBox="1"/>
          <p:nvPr/>
        </p:nvSpPr>
        <p:spPr>
          <a:xfrm>
            <a:off x="6020656" y="3236360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霍尔阵列下面是电磁铁，到时候通电在里面这个方块里移动棋子</a:t>
            </a:r>
          </a:p>
        </p:txBody>
      </p:sp>
    </p:spTree>
    <p:extLst>
      <p:ext uri="{BB962C8B-B14F-4D97-AF65-F5344CB8AC3E}">
        <p14:creationId xmlns:p14="http://schemas.microsoft.com/office/powerpoint/2010/main" val="362171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245</Words>
  <Application>Microsoft Macintosh PowerPoint</Application>
  <PresentationFormat>宽屏</PresentationFormat>
  <Paragraphs>40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8</cp:revision>
  <dcterms:created xsi:type="dcterms:W3CDTF">2026-04-16T01:58:36Z</dcterms:created>
  <dcterms:modified xsi:type="dcterms:W3CDTF">2026-04-20T02:25:32Z</dcterms:modified>
</cp:coreProperties>
</file>