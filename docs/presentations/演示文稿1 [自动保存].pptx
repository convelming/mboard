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40"/>
  </p:normalViewPr>
  <p:slideViewPr>
    <p:cSldViewPr snapToGrid="0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129F6-957E-9CF5-32CB-B7114AC5A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B4F945-92A2-44D0-AA7E-E4F080F4C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329103-AF6F-5028-6EAE-64C8E8669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8339-8F5C-E846-9B64-88474238DC9F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1F2500-140A-4688-361F-742C0351B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D3C8AC-1C93-20B9-9DAD-6958437A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F91B2-D3B4-A440-A84C-C454391C02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1574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ADDC9-3846-BD0D-9138-CDFA5CE90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8639C7-684F-3A3B-C92C-90C24308E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6C33B3-B68F-875F-B6C4-EE7F82FA1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8339-8F5C-E846-9B64-88474238DC9F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3F7172-7DCB-9CFB-C6A0-6BA9A3760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1DB16A-A9C3-A998-660F-B81799AE3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F91B2-D3B4-A440-A84C-C454391C02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385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594F6-AEC6-29BF-B381-BC1407CF6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6AC230-3F9D-8500-E9A5-B3E0926CD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9E4690-0CF1-B9DE-6E89-ECBBF51A8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8339-8F5C-E846-9B64-88474238DC9F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6209F6-FF15-FBF4-9206-143C08AD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30A482-D8D1-FA3E-EB19-94BCB9FD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F91B2-D3B4-A440-A84C-C454391C02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571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A2B1B-7D7B-F0BA-BD43-F1EA3D2A7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5C6927-3A6F-43B9-64B0-907828378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A2028F-B814-2E86-1126-E9B8819C8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E25EC1-98A4-79EF-AC3F-7AF43C52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8339-8F5C-E846-9B64-88474238DC9F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7D80CF-52E5-1BB0-5F25-A7DB8EE1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9E67DF-AE50-20CA-6C1F-9315E1E7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F91B2-D3B4-A440-A84C-C454391C02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7252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CDDD4-7167-2FBF-02AF-F0F40E809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EE57B7-8025-B297-98F2-46C68CDD0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8BF024-86DA-6172-AAD3-1CB3D9824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7A8237-45E0-1A58-06B6-5CBC553A47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BBF0DD-1627-6FA1-B7CB-E43B29F7B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856C5A-51D8-4772-3681-840FBDB5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8339-8F5C-E846-9B64-88474238DC9F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B14F9C0-E24D-62B1-FAFE-B66B0A29D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AF698F-E5E9-56E9-9CD0-825B194C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F91B2-D3B4-A440-A84C-C454391C02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536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F4B42E-A50D-CBE6-132E-44ACC69BE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E7325B-493B-6B69-59EC-C5CEBE778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8339-8F5C-E846-9B64-88474238DC9F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8F2469-FEE9-421A-19F3-AE911555F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DFB855-A15F-D906-80CE-68C417888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F91B2-D3B4-A440-A84C-C454391C02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4826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339FC8-8205-5176-EDCB-7D3D2442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8339-8F5C-E846-9B64-88474238DC9F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B6F95B-B7E7-A9AC-38A9-BE4D7EE8B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AB8281-F26A-15EB-9B16-D1E57B8E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F91B2-D3B4-A440-A84C-C454391C02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8535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45EAE0-0E5F-9DE1-51BB-A42C33C36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E405B-11AA-D887-1B38-44657F7DA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AB1048-E1CF-3269-46B2-E964AD914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5E07C1-8BEC-7376-91EF-CEA763B4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8339-8F5C-E846-9B64-88474238DC9F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8B65C5-2029-C2FA-EE5E-A91D8A76D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6ACEFF-F090-A334-BDBE-A0181F29C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F91B2-D3B4-A440-A84C-C454391C02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4228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7D70A-68DE-8E5E-34FD-E62DD9CA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FA9B8E-EBB3-5A1D-23FD-3654F42E5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898E4A-BC0A-A84C-62FB-470F98DE9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D5BE1C-3570-A774-D638-09A29221F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8339-8F5C-E846-9B64-88474238DC9F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CA7A11-393D-9214-6189-BD168077D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20D947-26DD-A22D-A2F8-61C57ED34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F91B2-D3B4-A440-A84C-C454391C02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949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88E48-200E-7726-75BB-E608079A8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DC4791-BAEB-E528-9262-E612C028C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DE896F-BA92-2AF6-645A-3A67DC946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8339-8F5C-E846-9B64-88474238DC9F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B6A289-BA95-A6EB-D80B-4730EF1AF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754630-5336-BD2B-154F-F9B29C77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F91B2-D3B4-A440-A84C-C454391C02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7668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ED7F0D1-3AFA-AB28-D90F-BA3589CBC3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C1E2B3-6AFE-425D-64BC-947967E38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759CE4-3E54-014D-4835-890C2EA65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8339-8F5C-E846-9B64-88474238DC9F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BBD196-3B1B-C767-2EB1-4C26BADF1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AC07FC-D690-78D2-EB37-C93AA3790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F91B2-D3B4-A440-A84C-C454391C02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5100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463B30-F964-788D-2DA5-ED46B5DC1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DC759D-FB53-8815-F5B8-F433964D0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220CB6-BCE3-4CD7-854B-3DAE0CAEB1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D8339-8F5C-E846-9B64-88474238DC9F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CBAFB3-716E-091D-70D7-1D6B7EAD42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CA2CED-ACC2-C06D-6DA7-52E8B06014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EF91B2-D3B4-A440-A84C-C454391C02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7361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3B8257-8737-0305-42C2-A467B39A7A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DB6118-7512-34B9-9512-84EFB7E57C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29F367-6D57-3461-8594-66807DFAD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64066"/>
            <a:ext cx="7772400" cy="43298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0795E30-4DEC-F35E-CDC3-DEF5F4BB2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348843" y="4155867"/>
            <a:ext cx="2209800" cy="254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FD59902-95D2-44AA-260E-82BFEDC59F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154" t="54195"/>
          <a:stretch/>
        </p:blipFill>
        <p:spPr>
          <a:xfrm rot="8600218">
            <a:off x="2873996" y="5718803"/>
            <a:ext cx="1366669" cy="116344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B30F7E5-1776-EA6A-845E-0EDB882E993D}"/>
              </a:ext>
            </a:extLst>
          </p:cNvPr>
          <p:cNvSpPr txBox="1"/>
          <p:nvPr/>
        </p:nvSpPr>
        <p:spPr>
          <a:xfrm>
            <a:off x="812928" y="5931193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Esp32</a:t>
            </a:r>
            <a:r>
              <a:rPr kumimoji="1" lang="zh-CN" altLang="en-US" dirty="0"/>
              <a:t>板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389AA0B-5E04-1961-47FE-F462389B049E}"/>
              </a:ext>
            </a:extLst>
          </p:cNvPr>
          <p:cNvCxnSpPr>
            <a:endCxn id="7" idx="3"/>
          </p:cNvCxnSpPr>
          <p:nvPr/>
        </p:nvCxnSpPr>
        <p:spPr>
          <a:xfrm flipH="1">
            <a:off x="1818331" y="6042454"/>
            <a:ext cx="1184306" cy="73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29900F8-8E3D-0493-3295-3BF6A5978B05}"/>
              </a:ext>
            </a:extLst>
          </p:cNvPr>
          <p:cNvSpPr txBox="1"/>
          <p:nvPr/>
        </p:nvSpPr>
        <p:spPr>
          <a:xfrm>
            <a:off x="1136822" y="6660292"/>
            <a:ext cx="2491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在板上留个类似的接口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0597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E79590FD-35CD-2446-01BF-38A5322F6932}"/>
              </a:ext>
            </a:extLst>
          </p:cNvPr>
          <p:cNvSpPr/>
          <p:nvPr/>
        </p:nvSpPr>
        <p:spPr>
          <a:xfrm>
            <a:off x="4460790" y="4796993"/>
            <a:ext cx="3445668" cy="481914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B3E591-2212-C07C-99EB-36B0440FBA6E}"/>
              </a:ext>
            </a:extLst>
          </p:cNvPr>
          <p:cNvSpPr/>
          <p:nvPr/>
        </p:nvSpPr>
        <p:spPr>
          <a:xfrm>
            <a:off x="4460790" y="5572897"/>
            <a:ext cx="3445668" cy="481914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73FD0A-F73E-CF49-CF47-44A169D7C638}"/>
              </a:ext>
            </a:extLst>
          </p:cNvPr>
          <p:cNvSpPr/>
          <p:nvPr/>
        </p:nvSpPr>
        <p:spPr>
          <a:xfrm>
            <a:off x="7413869" y="5688224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FBF5D4-26A4-7913-D096-BD5C947CF4C3}"/>
              </a:ext>
            </a:extLst>
          </p:cNvPr>
          <p:cNvSpPr/>
          <p:nvPr/>
        </p:nvSpPr>
        <p:spPr>
          <a:xfrm>
            <a:off x="7129475" y="5688224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A7A73A-4A39-0FF1-E40C-DA18234EAC81}"/>
              </a:ext>
            </a:extLst>
          </p:cNvPr>
          <p:cNvSpPr/>
          <p:nvPr/>
        </p:nvSpPr>
        <p:spPr>
          <a:xfrm>
            <a:off x="6845081" y="5688224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53EEED-C254-8D02-5B00-63C6232471FD}"/>
              </a:ext>
            </a:extLst>
          </p:cNvPr>
          <p:cNvSpPr/>
          <p:nvPr/>
        </p:nvSpPr>
        <p:spPr>
          <a:xfrm>
            <a:off x="6560687" y="5688224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3C0DDD-12A4-FDF9-99EB-B2A8C66B5069}"/>
              </a:ext>
            </a:extLst>
          </p:cNvPr>
          <p:cNvSpPr/>
          <p:nvPr/>
        </p:nvSpPr>
        <p:spPr>
          <a:xfrm>
            <a:off x="6276293" y="5688224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DAC774-0F17-87E1-FD3B-BD547D26B099}"/>
              </a:ext>
            </a:extLst>
          </p:cNvPr>
          <p:cNvSpPr/>
          <p:nvPr/>
        </p:nvSpPr>
        <p:spPr>
          <a:xfrm>
            <a:off x="5991899" y="5688224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137BCB-6055-398A-3DAC-6825520980EF}"/>
              </a:ext>
            </a:extLst>
          </p:cNvPr>
          <p:cNvSpPr/>
          <p:nvPr/>
        </p:nvSpPr>
        <p:spPr>
          <a:xfrm>
            <a:off x="5707505" y="5688224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25C1DD-AD41-07ED-9166-92E967250A08}"/>
              </a:ext>
            </a:extLst>
          </p:cNvPr>
          <p:cNvSpPr/>
          <p:nvPr/>
        </p:nvSpPr>
        <p:spPr>
          <a:xfrm>
            <a:off x="5423111" y="5688224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EEC96B-74C8-72E7-124F-E17A85EA6153}"/>
              </a:ext>
            </a:extLst>
          </p:cNvPr>
          <p:cNvSpPr/>
          <p:nvPr/>
        </p:nvSpPr>
        <p:spPr>
          <a:xfrm>
            <a:off x="5138717" y="5688224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7E01B86-139D-2E29-5794-72B2108A21E1}"/>
              </a:ext>
            </a:extLst>
          </p:cNvPr>
          <p:cNvSpPr/>
          <p:nvPr/>
        </p:nvSpPr>
        <p:spPr>
          <a:xfrm>
            <a:off x="4854323" y="5688224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39A841A-1206-789E-01F7-936EE00CA5F1}"/>
              </a:ext>
            </a:extLst>
          </p:cNvPr>
          <p:cNvSpPr/>
          <p:nvPr/>
        </p:nvSpPr>
        <p:spPr>
          <a:xfrm>
            <a:off x="4569929" y="5688224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6893CF3-EC26-0AA7-BF08-3E4FFF1EFF08}"/>
              </a:ext>
            </a:extLst>
          </p:cNvPr>
          <p:cNvSpPr/>
          <p:nvPr/>
        </p:nvSpPr>
        <p:spPr>
          <a:xfrm>
            <a:off x="9209904" y="420130"/>
            <a:ext cx="3756453" cy="3756454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E48E2E2-A2EC-07D2-756F-CC479A376AC3}"/>
              </a:ext>
            </a:extLst>
          </p:cNvPr>
          <p:cNvSpPr/>
          <p:nvPr/>
        </p:nvSpPr>
        <p:spPr>
          <a:xfrm flipV="1">
            <a:off x="7333959" y="5909616"/>
            <a:ext cx="416388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E1FEF5A-F8A0-149C-C223-E81157141730}"/>
              </a:ext>
            </a:extLst>
          </p:cNvPr>
          <p:cNvSpPr/>
          <p:nvPr/>
        </p:nvSpPr>
        <p:spPr>
          <a:xfrm flipV="1">
            <a:off x="7154787" y="5893137"/>
            <a:ext cx="106682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22317FF-3005-6176-D8AA-7B547C019DE3}"/>
              </a:ext>
            </a:extLst>
          </p:cNvPr>
          <p:cNvSpPr/>
          <p:nvPr/>
        </p:nvSpPr>
        <p:spPr>
          <a:xfrm flipV="1">
            <a:off x="6975615" y="5909616"/>
            <a:ext cx="106682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8708DAA-0347-7525-847E-9DAA13E7DAF4}"/>
              </a:ext>
            </a:extLst>
          </p:cNvPr>
          <p:cNvSpPr txBox="1"/>
          <p:nvPr/>
        </p:nvSpPr>
        <p:spPr>
          <a:xfrm>
            <a:off x="8001197" y="5530957"/>
            <a:ext cx="6110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800" dirty="0"/>
              <a:t>地址</a:t>
            </a:r>
            <a:r>
              <a:rPr kumimoji="1" lang="en-US" altLang="zh-CN" sz="800" dirty="0"/>
              <a:t>0</a:t>
            </a:r>
            <a:r>
              <a:rPr kumimoji="1" lang="zh-CN" altLang="en-US" sz="800" dirty="0"/>
              <a:t> </a:t>
            </a:r>
            <a:r>
              <a:rPr kumimoji="1" lang="en-US" altLang="zh-CN" sz="800" dirty="0"/>
              <a:t>1</a:t>
            </a:r>
            <a:r>
              <a:rPr kumimoji="1" lang="zh-CN" altLang="en-US" sz="800" dirty="0"/>
              <a:t> </a:t>
            </a:r>
            <a:r>
              <a:rPr kumimoji="1" lang="en-US" altLang="zh-CN" sz="800" dirty="0"/>
              <a:t>1</a:t>
            </a:r>
            <a:endParaRPr kumimoji="1" lang="zh-CN" altLang="en-US" sz="80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73A3540-B732-90ED-0657-CD4117CAEDCA}"/>
              </a:ext>
            </a:extLst>
          </p:cNvPr>
          <p:cNvSpPr/>
          <p:nvPr/>
        </p:nvSpPr>
        <p:spPr>
          <a:xfrm flipV="1">
            <a:off x="8110303" y="5346692"/>
            <a:ext cx="392854" cy="22333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4214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</Words>
  <Application>Microsoft Macintosh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2</cp:revision>
  <dcterms:created xsi:type="dcterms:W3CDTF">2026-04-07T09:48:56Z</dcterms:created>
  <dcterms:modified xsi:type="dcterms:W3CDTF">2026-04-08T02:12:09Z</dcterms:modified>
</cp:coreProperties>
</file>