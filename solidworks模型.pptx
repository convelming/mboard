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8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ABCFA-2050-E14D-83D9-04E1125D0D7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E45B4-9819-6C4C-B2A1-4C92480AC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59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E45B4-9819-6C4C-B2A1-4C92480ACB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23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D070-86EB-4D42-8B51-07C105228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050B4-8F16-5F48-B5DB-E247DE987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B89EC-8D7C-7D4A-B204-5A02EAEA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1E666-9CA1-FF4E-8D9C-E7153452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2FBC7-1FDD-1C43-BE29-EF5DFB38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4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09D1-C217-244E-9869-9F4F1C74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06E54-5282-D24C-8E98-243A68058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01A39-6899-F242-9D51-F23B180C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A5211-A88B-E04E-99E1-308767EB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F2707-EA68-F746-A5DB-228FD470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4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6A00-F22A-BB41-832A-8125BDBDC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878C6-9A95-1640-9CF5-8592F6AA1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F56E4-E1D3-7C4A-A38C-52D033EB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AB2D6-E304-D844-851F-88D64160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E9F05-6D9C-7441-8D12-70888476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94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2B56-4302-5741-BBA8-8BA860B9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D3136-202C-B549-B67A-508028157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5A366-5D94-584F-A491-4111A9908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4D5CD-C632-7C45-9F15-D7793401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D293C-04C8-EF40-93D9-35A52140D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9ECBA-6F63-384A-BCBE-F5150CE8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87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6F9C-E722-1F4B-8BFD-9A227D71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192BB-A978-3541-9E34-E2811DBBB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3B23B-56D2-7C40-8CD1-A76B186AB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DFD85-E7EC-6546-A090-8711205E9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B10DF-07CB-B346-8708-2D1AC5107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8AA1CB-DD72-FF47-9930-19FBDC5A8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6B839-6606-8949-9DB7-78AFF2E9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1BC1B-F7AB-D442-A5C7-D96D894F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63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704D-D144-4A42-B25C-92425F5B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8B684-20ED-E948-A01A-A29211D4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33420-28D7-0146-BD9E-FF5D28D2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541D2-3575-C94D-95B7-F14F5723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26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B85D4-5599-554F-9E98-E16EA8CA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20274F-096F-DD4A-B859-97145ABF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A78F9-F27B-5648-A3EE-91F6B3BE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7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7889-CF18-9347-822F-D8B47CD0C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880E2-3B05-C345-8172-5B3DF3291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0FE89-553B-4243-9483-88DD37622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E7722-A2C1-A54E-93CC-9F69F471B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C3FE0-ECB6-0644-A393-7DE6720B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8443C-0DC8-234D-8596-7F0C73C6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1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3D94-1DDA-864D-A644-7F5DCC92A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16698A-3A03-9C4D-B08D-F6FB4BB6A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C4AEC-48F5-6C45-9779-6AA7D5963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5ACC0-D4F7-C146-98E8-86C292F3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1AA85-29C7-4E45-AE5C-FA37D804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E403B-4AF5-3A47-B034-DFD02D3F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22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0351-654D-524F-A80E-7A391014E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8EF04-D49C-CE4D-8C02-E4B835D47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92E0B-26A3-264F-89EB-65F536B2F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2D24C-E9F9-984D-9E16-05A733F4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1076-BD81-9A48-9915-A90DB9CD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55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0F1D5C-21CC-0F44-A2C2-688CC1EE0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D112D-CC04-114E-AAB9-17B0EBDD4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1AD65-A94E-8442-9D34-B0D754C5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4A0A7-11E2-364B-BAD4-0240A52A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200C9-B7FC-2840-971C-1F11AB74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8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2F784-743C-5F48-A953-F2EBB740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61D66-2933-B24F-B316-4A43010B3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9D47C-6ADD-F64B-839C-17F5585B8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46342-DC4C-BC47-B547-2209F49EFA35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E70D7-2B49-164A-ACE6-CD7626357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534ED-A0EE-9347-989F-803151901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3ADEB-796F-2F42-B421-F13493BFD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5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A0958F-812B-5F4C-AFD5-45367403A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692"/>
            <a:ext cx="12192000" cy="5176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FE6982-45F3-F94B-9532-C203E7B83AF8}"/>
              </a:ext>
            </a:extLst>
          </p:cNvPr>
          <p:cNvSpPr txBox="1"/>
          <p:nvPr/>
        </p:nvSpPr>
        <p:spPr>
          <a:xfrm>
            <a:off x="1433384" y="4448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总体样式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950DF-8843-724C-8F33-DACC22395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297" y="2807487"/>
            <a:ext cx="2239490" cy="112470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B73F1D-0051-B946-9809-19CD0F737E51}"/>
              </a:ext>
            </a:extLst>
          </p:cNvPr>
          <p:cNvCxnSpPr/>
          <p:nvPr/>
        </p:nvCxnSpPr>
        <p:spPr>
          <a:xfrm flipH="1" flipV="1">
            <a:off x="4955059" y="2582562"/>
            <a:ext cx="1445741" cy="691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4D2022-5650-5442-965C-89D982972C4F}"/>
              </a:ext>
            </a:extLst>
          </p:cNvPr>
          <p:cNvCxnSpPr>
            <a:cxnSpLocks/>
          </p:cNvCxnSpPr>
          <p:nvPr/>
        </p:nvCxnSpPr>
        <p:spPr>
          <a:xfrm flipH="1" flipV="1">
            <a:off x="4621427" y="2582562"/>
            <a:ext cx="1779373" cy="81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2B76C7-4FEE-184B-9EAE-DB61DB69B090}"/>
              </a:ext>
            </a:extLst>
          </p:cNvPr>
          <p:cNvCxnSpPr>
            <a:cxnSpLocks/>
          </p:cNvCxnSpPr>
          <p:nvPr/>
        </p:nvCxnSpPr>
        <p:spPr>
          <a:xfrm flipH="1">
            <a:off x="4534930" y="3550508"/>
            <a:ext cx="2018271" cy="1009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8A0F2D-9357-924A-878D-1208128900D7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5251623" y="1955115"/>
            <a:ext cx="1235674" cy="1414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167DAE-CAE2-5A40-B60F-B76732BD2940}"/>
              </a:ext>
            </a:extLst>
          </p:cNvPr>
          <p:cNvSpPr txBox="1"/>
          <p:nvPr/>
        </p:nvSpPr>
        <p:spPr>
          <a:xfrm rot="20124011">
            <a:off x="4955059" y="3771797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8*12*50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AEE9C0-996F-B048-803C-83FD0874DEDC}"/>
              </a:ext>
            </a:extLst>
          </p:cNvPr>
          <p:cNvSpPr txBox="1"/>
          <p:nvPr/>
        </p:nvSpPr>
        <p:spPr>
          <a:xfrm rot="3427892">
            <a:off x="5453914" y="2428608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8*12*50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0D215C-9321-E849-9244-45531E83CDAE}"/>
              </a:ext>
            </a:extLst>
          </p:cNvPr>
          <p:cNvSpPr txBox="1"/>
          <p:nvPr/>
        </p:nvSpPr>
        <p:spPr>
          <a:xfrm rot="2070788">
            <a:off x="4984044" y="2805669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8*12*25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0527DE-5353-F743-85D7-5005DEF26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0165" y="2092844"/>
            <a:ext cx="1737154" cy="1891568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23641C2-F3A1-754C-A929-455E425CF32F}"/>
              </a:ext>
            </a:extLst>
          </p:cNvPr>
          <p:cNvCxnSpPr/>
          <p:nvPr/>
        </p:nvCxnSpPr>
        <p:spPr>
          <a:xfrm flipH="1" flipV="1">
            <a:off x="7053379" y="2092844"/>
            <a:ext cx="3276870" cy="89749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225FC2-F490-374C-A8A7-02601BC554D8}"/>
              </a:ext>
            </a:extLst>
          </p:cNvPr>
          <p:cNvCxnSpPr>
            <a:cxnSpLocks/>
          </p:cNvCxnSpPr>
          <p:nvPr/>
        </p:nvCxnSpPr>
        <p:spPr>
          <a:xfrm flipH="1">
            <a:off x="4621427" y="3142736"/>
            <a:ext cx="5861222" cy="255372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2AEAAF-36A9-6A42-94A9-0B0D5A701FDA}"/>
              </a:ext>
            </a:extLst>
          </p:cNvPr>
          <p:cNvCxnSpPr>
            <a:cxnSpLocks/>
          </p:cNvCxnSpPr>
          <p:nvPr/>
        </p:nvCxnSpPr>
        <p:spPr>
          <a:xfrm flipH="1">
            <a:off x="4294376" y="3142736"/>
            <a:ext cx="624084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AB321E-9A53-8840-BCBF-048C9E1327F9}"/>
              </a:ext>
            </a:extLst>
          </p:cNvPr>
          <p:cNvCxnSpPr>
            <a:cxnSpLocks/>
          </p:cNvCxnSpPr>
          <p:nvPr/>
        </p:nvCxnSpPr>
        <p:spPr>
          <a:xfrm flipH="1">
            <a:off x="3123930" y="3188139"/>
            <a:ext cx="7246235" cy="12877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51F2219-3E33-7247-BF98-27D1FE7FE7D0}"/>
              </a:ext>
            </a:extLst>
          </p:cNvPr>
          <p:cNvSpPr txBox="1"/>
          <p:nvPr/>
        </p:nvSpPr>
        <p:spPr>
          <a:xfrm>
            <a:off x="9046555" y="2728002"/>
            <a:ext cx="3188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zh-CN" altLang="en-US" dirty="0"/>
              <a:t>根直径</a:t>
            </a:r>
            <a:r>
              <a:rPr lang="en-US" altLang="zh-CN" dirty="0"/>
              <a:t>8mm</a:t>
            </a:r>
            <a:r>
              <a:rPr lang="zh-CN" altLang="en-US" dirty="0"/>
              <a:t>， 长</a:t>
            </a:r>
            <a:r>
              <a:rPr lang="en-US" altLang="zh-CN" dirty="0"/>
              <a:t>380-400mm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6AABF0-E34C-6F4C-8F65-2B74DBCD0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38717"/>
            <a:ext cx="4724400" cy="261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64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5960A-2B1B-3F54-7FE0-7F46A835F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ED34A5-C086-1200-A291-8881BB68B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4ADC25-959C-233D-2553-DF0E024B7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904814-CDBE-BE4C-2606-76B22FC1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924" y="1830387"/>
            <a:ext cx="3860800" cy="31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A0958F-812B-5F4C-AFD5-45367403A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8" y="1023854"/>
            <a:ext cx="12192000" cy="5176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FE6982-45F3-F94B-9532-C203E7B83AF8}"/>
              </a:ext>
            </a:extLst>
          </p:cNvPr>
          <p:cNvSpPr txBox="1"/>
          <p:nvPr/>
        </p:nvSpPr>
        <p:spPr>
          <a:xfrm>
            <a:off x="1433384" y="4448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总体样式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4162F8-13CE-304C-BBD6-63A913D674E8}"/>
              </a:ext>
            </a:extLst>
          </p:cNvPr>
          <p:cNvSpPr txBox="1"/>
          <p:nvPr/>
        </p:nvSpPr>
        <p:spPr>
          <a:xfrm>
            <a:off x="10849966" y="4071938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42</a:t>
            </a:r>
            <a:r>
              <a:rPr lang="zh-CN" altLang="en-US" dirty="0"/>
              <a:t>步进电机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B60388-B57E-D448-901F-BE9BE5D91AD5}"/>
              </a:ext>
            </a:extLst>
          </p:cNvPr>
          <p:cNvSpPr txBox="1"/>
          <p:nvPr/>
        </p:nvSpPr>
        <p:spPr>
          <a:xfrm>
            <a:off x="9096376" y="1781176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42</a:t>
            </a:r>
            <a:r>
              <a:rPr lang="zh-CN" altLang="en-US" dirty="0"/>
              <a:t>步进电机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0D681-F4E1-DE48-9B25-BF1883C031B5}"/>
              </a:ext>
            </a:extLst>
          </p:cNvPr>
          <p:cNvSpPr txBox="1"/>
          <p:nvPr/>
        </p:nvSpPr>
        <p:spPr>
          <a:xfrm>
            <a:off x="3414712" y="6410148"/>
            <a:ext cx="10537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item.taobao.com</a:t>
            </a:r>
            <a:r>
              <a:rPr lang="en-US" dirty="0"/>
              <a:t>/</a:t>
            </a:r>
            <a:r>
              <a:rPr lang="en-US" dirty="0" err="1"/>
              <a:t>item.htm?spm</a:t>
            </a:r>
            <a:r>
              <a:rPr lang="en-US" dirty="0"/>
              <a:t>=a1z09.2.0.0.37102e8dqoQ8h4&amp;id=544358606505&amp;_u=e1ekpdn4e1c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BFB9B9-3028-2745-8220-61549829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75" y="2150508"/>
            <a:ext cx="2654169" cy="16420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0555F7-97D0-1640-938A-796D3BACA028}"/>
              </a:ext>
            </a:extLst>
          </p:cNvPr>
          <p:cNvSpPr txBox="1"/>
          <p:nvPr/>
        </p:nvSpPr>
        <p:spPr>
          <a:xfrm>
            <a:off x="1700213" y="64540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同步轮尺寸：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41259-3882-934D-AC27-6213F91B04B6}"/>
              </a:ext>
            </a:extLst>
          </p:cNvPr>
          <p:cNvSpPr txBox="1"/>
          <p:nvPr/>
        </p:nvSpPr>
        <p:spPr>
          <a:xfrm>
            <a:off x="4957763" y="614363"/>
            <a:ext cx="4185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2gt</a:t>
            </a:r>
            <a:r>
              <a:rPr lang="zh-CN" altLang="en-US" dirty="0"/>
              <a:t> 同步轮 带齿（</a:t>
            </a:r>
            <a:r>
              <a:rPr lang="en-US" altLang="zh-CN" dirty="0"/>
              <a:t> 16</a:t>
            </a:r>
            <a:r>
              <a:rPr lang="zh-CN" altLang="en-US" dirty="0"/>
              <a:t>齿） </a:t>
            </a:r>
            <a:r>
              <a:rPr lang="en-US" altLang="zh-CN" dirty="0"/>
              <a:t>x4</a:t>
            </a:r>
            <a:r>
              <a:rPr lang="zh-CN" altLang="en-US" dirty="0"/>
              <a:t>， 不带齿</a:t>
            </a:r>
            <a:r>
              <a:rPr lang="en-US" altLang="zh-CN" dirty="0"/>
              <a:t>x4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18C9D8-383C-3045-8218-F03FA4BBD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198" y="2907439"/>
            <a:ext cx="2869284" cy="1164499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8FD85F9-49C9-344E-90BE-53F0D73688D1}"/>
              </a:ext>
            </a:extLst>
          </p:cNvPr>
          <p:cNvCxnSpPr/>
          <p:nvPr/>
        </p:nvCxnSpPr>
        <p:spPr>
          <a:xfrm flipV="1">
            <a:off x="7829550" y="2360187"/>
            <a:ext cx="528638" cy="547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0A7889-9B14-934D-ADC6-9DFC50CD126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7857840" y="4071938"/>
            <a:ext cx="2171985" cy="1071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D11A6527-1195-F948-8598-93C233869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592" y="1859256"/>
            <a:ext cx="5090748" cy="274846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A11EB6E-D4A6-C842-A647-A42E596FAE08}"/>
              </a:ext>
            </a:extLst>
          </p:cNvPr>
          <p:cNvSpPr txBox="1"/>
          <p:nvPr/>
        </p:nvSpPr>
        <p:spPr>
          <a:xfrm>
            <a:off x="8683494" y="52155"/>
            <a:ext cx="12277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</a:t>
            </a:r>
            <a:r>
              <a:rPr lang="en-US" altLang="zh-CN" dirty="0"/>
              <a:t>8</a:t>
            </a:r>
            <a:r>
              <a:rPr lang="zh-CN" altLang="en-US" dirty="0"/>
              <a:t>标准件尺寸：</a:t>
            </a:r>
            <a:r>
              <a:rPr lang="en-US" altLang="zh-CN" dirty="0"/>
              <a:t>https://</a:t>
            </a:r>
            <a:r>
              <a:rPr lang="en-US" altLang="zh-CN" dirty="0" err="1"/>
              <a:t>item.taobao.com</a:t>
            </a:r>
            <a:r>
              <a:rPr lang="en-US" altLang="zh-CN" dirty="0"/>
              <a:t>/</a:t>
            </a:r>
            <a:r>
              <a:rPr lang="en-US" altLang="zh-CN" dirty="0" err="1"/>
              <a:t>item.htm?spm</a:t>
            </a:r>
            <a:r>
              <a:rPr lang="en-US" altLang="zh-CN" dirty="0"/>
              <a:t>=a1z09.2.0.0.51e12e8du8lEV7&amp;id=545150540978&amp;_u=e1ekpdn9fdf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2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86B2691-6A89-EB42-9B57-BFE3C0D82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9" y="764493"/>
            <a:ext cx="12192000" cy="51766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BFABC4-AEFC-1043-BF17-C7809BBEB659}"/>
              </a:ext>
            </a:extLst>
          </p:cNvPr>
          <p:cNvSpPr txBox="1"/>
          <p:nvPr/>
        </p:nvSpPr>
        <p:spPr>
          <a:xfrm>
            <a:off x="442913" y="385763"/>
            <a:ext cx="3592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 共</a:t>
            </a:r>
            <a:r>
              <a:rPr lang="en-US" altLang="zh-CN" dirty="0"/>
              <a:t>5</a:t>
            </a:r>
            <a:r>
              <a:rPr lang="zh-CN" altLang="en-US" dirty="0"/>
              <a:t>个，其中两对是相同的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317B91-AB33-E649-A841-72B0C594AAD3}"/>
              </a:ext>
            </a:extLst>
          </p:cNvPr>
          <p:cNvCxnSpPr/>
          <p:nvPr/>
        </p:nvCxnSpPr>
        <p:spPr>
          <a:xfrm>
            <a:off x="1300163" y="3128963"/>
            <a:ext cx="0" cy="138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91C27C-DB95-5847-81F6-F27D37FA1635}"/>
              </a:ext>
            </a:extLst>
          </p:cNvPr>
          <p:cNvCxnSpPr/>
          <p:nvPr/>
        </p:nvCxnSpPr>
        <p:spPr>
          <a:xfrm>
            <a:off x="3495676" y="3352801"/>
            <a:ext cx="0" cy="138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10C5BF-1931-9A45-AE6C-46BFACDD9FE9}"/>
              </a:ext>
            </a:extLst>
          </p:cNvPr>
          <p:cNvCxnSpPr/>
          <p:nvPr/>
        </p:nvCxnSpPr>
        <p:spPr>
          <a:xfrm>
            <a:off x="5053013" y="1495426"/>
            <a:ext cx="0" cy="138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DF1A8E-2E8A-6F45-9690-B6760E630E60}"/>
              </a:ext>
            </a:extLst>
          </p:cNvPr>
          <p:cNvSpPr txBox="1"/>
          <p:nvPr/>
        </p:nvSpPr>
        <p:spPr>
          <a:xfrm>
            <a:off x="1742146" y="3625377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D645BC-C852-DD4E-9B21-3DA690211E92}"/>
              </a:ext>
            </a:extLst>
          </p:cNvPr>
          <p:cNvSpPr txBox="1"/>
          <p:nvPr/>
        </p:nvSpPr>
        <p:spPr>
          <a:xfrm>
            <a:off x="3495676" y="4417219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D557E-ADE7-B940-897E-78F00D308D79}"/>
              </a:ext>
            </a:extLst>
          </p:cNvPr>
          <p:cNvSpPr txBox="1"/>
          <p:nvPr/>
        </p:nvSpPr>
        <p:spPr>
          <a:xfrm>
            <a:off x="5088142" y="2355057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12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D8B5E2-D4CA-A249-A2BE-5C9D53217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65" y="757237"/>
            <a:ext cx="5135498" cy="54627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BE7FE4-E9C2-B440-A272-2D640A9E5857}"/>
              </a:ext>
            </a:extLst>
          </p:cNvPr>
          <p:cNvSpPr txBox="1"/>
          <p:nvPr/>
        </p:nvSpPr>
        <p:spPr>
          <a:xfrm>
            <a:off x="470559" y="572571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772D0-B118-374E-84A8-1B382A8C00E7}"/>
              </a:ext>
            </a:extLst>
          </p:cNvPr>
          <p:cNvSpPr txBox="1"/>
          <p:nvPr/>
        </p:nvSpPr>
        <p:spPr>
          <a:xfrm rot="743658">
            <a:off x="4171950" y="515778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30mm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1EEFE9-BCD4-2945-AC43-D2C6691C5136}"/>
              </a:ext>
            </a:extLst>
          </p:cNvPr>
          <p:cNvSpPr txBox="1"/>
          <p:nvPr/>
        </p:nvSpPr>
        <p:spPr>
          <a:xfrm>
            <a:off x="470559" y="4125439"/>
            <a:ext cx="2909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3mm</a:t>
            </a:r>
            <a:r>
              <a:rPr lang="zh-CN" altLang="en-US" dirty="0"/>
              <a:t>（</a:t>
            </a:r>
            <a:r>
              <a:rPr lang="en-US" altLang="zh-CN" dirty="0"/>
              <a:t>m3</a:t>
            </a:r>
            <a:r>
              <a:rPr lang="zh-CN" altLang="en-US" dirty="0"/>
              <a:t>）直径螺丝孔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深度</a:t>
            </a:r>
            <a:r>
              <a:rPr lang="en-US" altLang="zh-CN" dirty="0"/>
              <a:t>10mm</a:t>
            </a:r>
            <a:r>
              <a:rPr lang="zh-CN" altLang="en-US" dirty="0"/>
              <a:t>（待定）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B0D74-DCA7-6843-9807-0FF4B9EBC6F4}"/>
              </a:ext>
            </a:extLst>
          </p:cNvPr>
          <p:cNvSpPr txBox="1"/>
          <p:nvPr/>
        </p:nvSpPr>
        <p:spPr>
          <a:xfrm rot="17694522">
            <a:off x="6057832" y="4892923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40mm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162982-4856-DF4B-B272-D69D1C5FC5FC}"/>
              </a:ext>
            </a:extLst>
          </p:cNvPr>
          <p:cNvCxnSpPr>
            <a:cxnSpLocks/>
          </p:cNvCxnSpPr>
          <p:nvPr/>
        </p:nvCxnSpPr>
        <p:spPr>
          <a:xfrm>
            <a:off x="3100388" y="4386264"/>
            <a:ext cx="885825" cy="5714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B4430F-9453-EB4A-A173-DD47862678CB}"/>
              </a:ext>
            </a:extLst>
          </p:cNvPr>
          <p:cNvCxnSpPr>
            <a:cxnSpLocks/>
          </p:cNvCxnSpPr>
          <p:nvPr/>
        </p:nvCxnSpPr>
        <p:spPr>
          <a:xfrm flipH="1" flipV="1">
            <a:off x="4710630" y="2436891"/>
            <a:ext cx="2861745" cy="442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924057-6DCF-C244-AADC-9E67C5610AF4}"/>
              </a:ext>
            </a:extLst>
          </p:cNvPr>
          <p:cNvSpPr txBox="1"/>
          <p:nvPr/>
        </p:nvSpPr>
        <p:spPr>
          <a:xfrm rot="743658">
            <a:off x="4201517" y="3249372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25mm</a:t>
            </a:r>
            <a:r>
              <a:rPr lang="zh-CN" altLang="en-US" dirty="0"/>
              <a:t>深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F07CEA-5865-8648-AD41-9F5016DB8006}"/>
              </a:ext>
            </a:extLst>
          </p:cNvPr>
          <p:cNvSpPr txBox="1"/>
          <p:nvPr/>
        </p:nvSpPr>
        <p:spPr>
          <a:xfrm>
            <a:off x="7365201" y="2694840"/>
            <a:ext cx="4990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3mm</a:t>
            </a:r>
            <a:r>
              <a:rPr lang="zh-CN" altLang="en-US" dirty="0"/>
              <a:t>（</a:t>
            </a:r>
            <a:r>
              <a:rPr lang="en-US" altLang="zh-CN" dirty="0"/>
              <a:t>m3</a:t>
            </a:r>
            <a:r>
              <a:rPr lang="zh-CN" altLang="en-US" dirty="0"/>
              <a:t>）直径螺丝孔用以固定</a:t>
            </a:r>
            <a:r>
              <a:rPr lang="en-US" altLang="zh-CN" dirty="0"/>
              <a:t>8mm</a:t>
            </a:r>
            <a:r>
              <a:rPr lang="zh-CN" altLang="en-US" dirty="0"/>
              <a:t>直径丝杆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8514FA-E3B5-3C43-B36B-4ED4E0E895CC}"/>
              </a:ext>
            </a:extLst>
          </p:cNvPr>
          <p:cNvSpPr txBox="1"/>
          <p:nvPr/>
        </p:nvSpPr>
        <p:spPr>
          <a:xfrm>
            <a:off x="7201018" y="1236612"/>
            <a:ext cx="4434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3mm</a:t>
            </a:r>
            <a:r>
              <a:rPr lang="zh-CN" altLang="en-US" dirty="0"/>
              <a:t>（</a:t>
            </a:r>
            <a:r>
              <a:rPr lang="en-US" altLang="zh-CN" dirty="0"/>
              <a:t>m3</a:t>
            </a:r>
            <a:r>
              <a:rPr lang="zh-CN" altLang="en-US" dirty="0"/>
              <a:t>）直径螺丝孔用以固定同步轮，</a:t>
            </a:r>
            <a:endParaRPr lang="en-US" altLang="zh-CN" dirty="0"/>
          </a:p>
          <a:p>
            <a:r>
              <a:rPr lang="zh-CN" altLang="en-US" dirty="0"/>
              <a:t>中心位置，深</a:t>
            </a:r>
            <a:r>
              <a:rPr lang="en-US" altLang="zh-CN" dirty="0"/>
              <a:t>10mm</a:t>
            </a:r>
            <a:r>
              <a:rPr lang="zh-CN" altLang="en-US" dirty="0"/>
              <a:t>（待定）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E840E0-9A5E-074D-8D9C-ADD6F213CAAF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5411196" y="1559778"/>
            <a:ext cx="1789822" cy="8771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ABEBCFF-C278-034E-9386-D3CBB15BB631}"/>
              </a:ext>
            </a:extLst>
          </p:cNvPr>
          <p:cNvSpPr txBox="1"/>
          <p:nvPr/>
        </p:nvSpPr>
        <p:spPr>
          <a:xfrm>
            <a:off x="11144250" y="2143125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20mm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CF72EFC-BEBF-A043-9C7B-5958B4E2B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886" y="3086554"/>
            <a:ext cx="3641086" cy="359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1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0C92D1-52CC-B54D-9679-30F23F536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361" y="686871"/>
            <a:ext cx="8188589" cy="55281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637409-7BE4-D743-8C87-09952FCE421E}"/>
              </a:ext>
            </a:extLst>
          </p:cNvPr>
          <p:cNvSpPr txBox="1"/>
          <p:nvPr/>
        </p:nvSpPr>
        <p:spPr>
          <a:xfrm>
            <a:off x="470559" y="572571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38224-840E-984D-A2ED-3F1541B08C1F}"/>
              </a:ext>
            </a:extLst>
          </p:cNvPr>
          <p:cNvSpPr txBox="1"/>
          <p:nvPr/>
        </p:nvSpPr>
        <p:spPr>
          <a:xfrm>
            <a:off x="3071812" y="2257425"/>
            <a:ext cx="2361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altLang="zh-CN" dirty="0"/>
              <a:t>3</a:t>
            </a:r>
            <a:r>
              <a:rPr lang="zh-CN" altLang="en-US" dirty="0"/>
              <a:t> 螺丝孔，深</a:t>
            </a:r>
            <a:r>
              <a:rPr lang="en-US" altLang="zh-CN" dirty="0"/>
              <a:t>10mm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38075A-C3BE-BF41-9C98-0CFCE0A74A85}"/>
              </a:ext>
            </a:extLst>
          </p:cNvPr>
          <p:cNvCxnSpPr/>
          <p:nvPr/>
        </p:nvCxnSpPr>
        <p:spPr>
          <a:xfrm flipV="1">
            <a:off x="4786313" y="1985963"/>
            <a:ext cx="414337" cy="200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BF193A-34CC-F549-8B2D-B2A84AF0F9F3}"/>
              </a:ext>
            </a:extLst>
          </p:cNvPr>
          <p:cNvCxnSpPr>
            <a:cxnSpLocks/>
          </p:cNvCxnSpPr>
          <p:nvPr/>
        </p:nvCxnSpPr>
        <p:spPr>
          <a:xfrm>
            <a:off x="5200650" y="2442091"/>
            <a:ext cx="2071688" cy="758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0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37409-7BE4-D743-8C87-09952FCE421E}"/>
              </a:ext>
            </a:extLst>
          </p:cNvPr>
          <p:cNvSpPr txBox="1"/>
          <p:nvPr/>
        </p:nvSpPr>
        <p:spPr>
          <a:xfrm>
            <a:off x="470559" y="572571"/>
            <a:ext cx="266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2</a:t>
            </a:r>
            <a:r>
              <a:rPr lang="zh-CN" altLang="en-US" dirty="0"/>
              <a:t>底部图与透视图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2FA11-B391-2B4F-8A91-901E089E0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595" y="1266281"/>
            <a:ext cx="6706405" cy="5179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08D154-FB73-6441-A834-5BB59AAFB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9" y="2847287"/>
            <a:ext cx="5014912" cy="30820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22D79F-9FEE-D745-B9A7-52DC86337F03}"/>
              </a:ext>
            </a:extLst>
          </p:cNvPr>
          <p:cNvSpPr txBox="1"/>
          <p:nvPr/>
        </p:nvSpPr>
        <p:spPr>
          <a:xfrm>
            <a:off x="3671888" y="1828800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孔深</a:t>
            </a:r>
            <a:r>
              <a:rPr lang="en-US" altLang="zh-CN" dirty="0"/>
              <a:t>15mm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0D119B-0581-5F47-AE83-EAEBA52F53CD}"/>
              </a:ext>
            </a:extLst>
          </p:cNvPr>
          <p:cNvCxnSpPr>
            <a:cxnSpLocks/>
          </p:cNvCxnSpPr>
          <p:nvPr/>
        </p:nvCxnSpPr>
        <p:spPr>
          <a:xfrm flipH="1">
            <a:off x="2571750" y="2198132"/>
            <a:ext cx="1414463" cy="2473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55217D-9396-7248-BD50-C8C1F6B154E6}"/>
              </a:ext>
            </a:extLst>
          </p:cNvPr>
          <p:cNvCxnSpPr>
            <a:cxnSpLocks/>
          </p:cNvCxnSpPr>
          <p:nvPr/>
        </p:nvCxnSpPr>
        <p:spPr>
          <a:xfrm flipH="1">
            <a:off x="1528763" y="2198132"/>
            <a:ext cx="2457450" cy="22738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18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37409-7BE4-D743-8C87-09952FCE421E}"/>
              </a:ext>
            </a:extLst>
          </p:cNvPr>
          <p:cNvSpPr txBox="1"/>
          <p:nvPr/>
        </p:nvSpPr>
        <p:spPr>
          <a:xfrm>
            <a:off x="470559" y="572571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010ED-07F6-EC41-B44D-0360F09D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58" y="0"/>
            <a:ext cx="962545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238224-840E-984D-A2ED-3F1541B08C1F}"/>
              </a:ext>
            </a:extLst>
          </p:cNvPr>
          <p:cNvSpPr txBox="1"/>
          <p:nvPr/>
        </p:nvSpPr>
        <p:spPr>
          <a:xfrm>
            <a:off x="8646542" y="2072759"/>
            <a:ext cx="2361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altLang="zh-CN" dirty="0"/>
              <a:t>3</a:t>
            </a:r>
            <a:r>
              <a:rPr lang="zh-CN" altLang="en-US" dirty="0"/>
              <a:t> 螺丝孔，深</a:t>
            </a:r>
            <a:r>
              <a:rPr lang="en-US" altLang="zh-CN" dirty="0"/>
              <a:t>10mm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38075A-C3BE-BF41-9C98-0CFCE0A74A85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7029450" y="941903"/>
            <a:ext cx="1617092" cy="1315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BF193A-34CC-F549-8B2D-B2A84AF0F9F3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472364" y="2257425"/>
            <a:ext cx="1174178" cy="1199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5AD7DC-5F11-514B-ACB5-B33FE84A06F3}"/>
              </a:ext>
            </a:extLst>
          </p:cNvPr>
          <p:cNvCxnSpPr>
            <a:cxnSpLocks/>
          </p:cNvCxnSpPr>
          <p:nvPr/>
        </p:nvCxnSpPr>
        <p:spPr>
          <a:xfrm flipH="1" flipV="1">
            <a:off x="4026472" y="1599666"/>
            <a:ext cx="4620070" cy="657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D724518-DC12-B041-A07D-D00C10CEE174}"/>
              </a:ext>
            </a:extLst>
          </p:cNvPr>
          <p:cNvSpPr txBox="1"/>
          <p:nvPr/>
        </p:nvSpPr>
        <p:spPr>
          <a:xfrm rot="1726843">
            <a:off x="2926080" y="5135880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宽度</a:t>
            </a:r>
            <a:r>
              <a:rPr lang="en-US" altLang="zh-CN" dirty="0"/>
              <a:t>30mm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162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35DD1A-417E-3040-90EE-05BFDC715D76}"/>
              </a:ext>
            </a:extLst>
          </p:cNvPr>
          <p:cNvSpPr txBox="1"/>
          <p:nvPr/>
        </p:nvSpPr>
        <p:spPr>
          <a:xfrm>
            <a:off x="470559" y="572571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3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30856-5B05-2A44-868F-F81FBE93D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055" y="150724"/>
            <a:ext cx="3802360" cy="2971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8E769C-7E20-484B-BAE8-2A5B51B29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714" y="379366"/>
            <a:ext cx="7475286" cy="54847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BD171-B740-EE4A-AA0F-BA9AF3A4F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55" y="2927070"/>
            <a:ext cx="4682392" cy="374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92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86B2691-6A89-EB42-9B57-BFE3C0D82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9" y="764493"/>
            <a:ext cx="12192000" cy="517661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317B91-AB33-E649-A841-72B0C594AAD3}"/>
              </a:ext>
            </a:extLst>
          </p:cNvPr>
          <p:cNvCxnSpPr/>
          <p:nvPr/>
        </p:nvCxnSpPr>
        <p:spPr>
          <a:xfrm>
            <a:off x="1300163" y="3128963"/>
            <a:ext cx="0" cy="138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91C27C-DB95-5847-81F6-F27D37FA1635}"/>
              </a:ext>
            </a:extLst>
          </p:cNvPr>
          <p:cNvCxnSpPr/>
          <p:nvPr/>
        </p:nvCxnSpPr>
        <p:spPr>
          <a:xfrm>
            <a:off x="3495676" y="3352801"/>
            <a:ext cx="0" cy="138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10C5BF-1931-9A45-AE6C-46BFACDD9FE9}"/>
              </a:ext>
            </a:extLst>
          </p:cNvPr>
          <p:cNvCxnSpPr/>
          <p:nvPr/>
        </p:nvCxnSpPr>
        <p:spPr>
          <a:xfrm>
            <a:off x="5053013" y="1495426"/>
            <a:ext cx="0" cy="138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DF1A8E-2E8A-6F45-9690-B6760E630E60}"/>
              </a:ext>
            </a:extLst>
          </p:cNvPr>
          <p:cNvSpPr txBox="1"/>
          <p:nvPr/>
        </p:nvSpPr>
        <p:spPr>
          <a:xfrm>
            <a:off x="1742146" y="3625377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D645BC-C852-DD4E-9B21-3DA690211E92}"/>
              </a:ext>
            </a:extLst>
          </p:cNvPr>
          <p:cNvSpPr txBox="1"/>
          <p:nvPr/>
        </p:nvSpPr>
        <p:spPr>
          <a:xfrm>
            <a:off x="3495676" y="4417219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AD557E-ADE7-B940-897E-78F00D308D79}"/>
              </a:ext>
            </a:extLst>
          </p:cNvPr>
          <p:cNvSpPr txBox="1"/>
          <p:nvPr/>
        </p:nvSpPr>
        <p:spPr>
          <a:xfrm>
            <a:off x="5088142" y="2355057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非标件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54D73-69A9-CE4A-9704-B8EC6E6E19CB}"/>
              </a:ext>
            </a:extLst>
          </p:cNvPr>
          <p:cNvSpPr txBox="1"/>
          <p:nvPr/>
        </p:nvSpPr>
        <p:spPr>
          <a:xfrm>
            <a:off x="2497016" y="6007783"/>
            <a:ext cx="4599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装配时：</a:t>
            </a:r>
            <a:r>
              <a:rPr lang="en-US" altLang="zh-CN" dirty="0"/>
              <a:t>1.</a:t>
            </a:r>
            <a:r>
              <a:rPr lang="zh-CN" altLang="en-US" dirty="0"/>
              <a:t>标记下底面板螺丝孔的位置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确定下加传送带后几个件的高度是否一致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A423CE-E90F-674C-98BB-034DB7511EE9}"/>
              </a:ext>
            </a:extLst>
          </p:cNvPr>
          <p:cNvCxnSpPr>
            <a:cxnSpLocks/>
          </p:cNvCxnSpPr>
          <p:nvPr/>
        </p:nvCxnSpPr>
        <p:spPr>
          <a:xfrm flipV="1">
            <a:off x="821841" y="2006442"/>
            <a:ext cx="2592987" cy="290155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03CEC1-8A71-2F4D-BFF8-D0F0C70F8EB8}"/>
              </a:ext>
            </a:extLst>
          </p:cNvPr>
          <p:cNvCxnSpPr>
            <a:cxnSpLocks/>
          </p:cNvCxnSpPr>
          <p:nvPr/>
        </p:nvCxnSpPr>
        <p:spPr>
          <a:xfrm>
            <a:off x="821841" y="4907996"/>
            <a:ext cx="10318599" cy="50220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0E4870-21BE-E040-91BC-B70F465E95B4}"/>
              </a:ext>
            </a:extLst>
          </p:cNvPr>
          <p:cNvCxnSpPr>
            <a:cxnSpLocks/>
          </p:cNvCxnSpPr>
          <p:nvPr/>
        </p:nvCxnSpPr>
        <p:spPr>
          <a:xfrm flipH="1" flipV="1">
            <a:off x="1300163" y="4800904"/>
            <a:ext cx="1196853" cy="126155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EE443C-6F8B-8C4D-8E53-2AA529ABB1C9}"/>
              </a:ext>
            </a:extLst>
          </p:cNvPr>
          <p:cNvCxnSpPr>
            <a:cxnSpLocks/>
          </p:cNvCxnSpPr>
          <p:nvPr/>
        </p:nvCxnSpPr>
        <p:spPr>
          <a:xfrm flipV="1">
            <a:off x="6705600" y="3128963"/>
            <a:ext cx="3688080" cy="309819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604E7A45-8197-6940-B368-2A66D2E8A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322" y="1616041"/>
            <a:ext cx="2370700" cy="219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1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253</Words>
  <Application>Microsoft Macintosh PowerPoint</Application>
  <PresentationFormat>宽屏</PresentationFormat>
  <Paragraphs>40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Milu</cp:lastModifiedBy>
  <cp:revision>39</cp:revision>
  <dcterms:created xsi:type="dcterms:W3CDTF">2021-07-14T07:24:52Z</dcterms:created>
  <dcterms:modified xsi:type="dcterms:W3CDTF">2024-12-02T03:36:21Z</dcterms:modified>
</cp:coreProperties>
</file>